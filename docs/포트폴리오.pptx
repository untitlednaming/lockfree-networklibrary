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43"/>
  </p:notesMasterIdLst>
  <p:handoutMasterIdLst>
    <p:handoutMasterId r:id="rId44"/>
  </p:handoutMasterIdLst>
  <p:sldIdLst>
    <p:sldId id="273" r:id="rId5"/>
    <p:sldId id="280" r:id="rId6"/>
    <p:sldId id="284" r:id="rId7"/>
    <p:sldId id="285" r:id="rId8"/>
    <p:sldId id="286" r:id="rId9"/>
    <p:sldId id="287" r:id="rId10"/>
    <p:sldId id="289" r:id="rId11"/>
    <p:sldId id="291" r:id="rId12"/>
    <p:sldId id="288" r:id="rId13"/>
    <p:sldId id="281" r:id="rId14"/>
    <p:sldId id="292" r:id="rId15"/>
    <p:sldId id="293" r:id="rId16"/>
    <p:sldId id="294" r:id="rId17"/>
    <p:sldId id="295" r:id="rId18"/>
    <p:sldId id="279" r:id="rId19"/>
    <p:sldId id="296" r:id="rId20"/>
    <p:sldId id="297" r:id="rId21"/>
    <p:sldId id="300" r:id="rId22"/>
    <p:sldId id="301" r:id="rId23"/>
    <p:sldId id="302" r:id="rId24"/>
    <p:sldId id="299" r:id="rId25"/>
    <p:sldId id="303" r:id="rId26"/>
    <p:sldId id="306" r:id="rId27"/>
    <p:sldId id="307" r:id="rId28"/>
    <p:sldId id="308" r:id="rId29"/>
    <p:sldId id="309" r:id="rId30"/>
    <p:sldId id="310" r:id="rId31"/>
    <p:sldId id="311" r:id="rId32"/>
    <p:sldId id="312" r:id="rId33"/>
    <p:sldId id="313" r:id="rId34"/>
    <p:sldId id="314" r:id="rId35"/>
    <p:sldId id="315" r:id="rId36"/>
    <p:sldId id="316" r:id="rId37"/>
    <p:sldId id="319" r:id="rId38"/>
    <p:sldId id="317" r:id="rId39"/>
    <p:sldId id="318" r:id="rId40"/>
    <p:sldId id="320" r:id="rId41"/>
    <p:sldId id="274" r:id="rId42"/>
  </p:sldIdLst>
  <p:sldSz cx="12192000" cy="6858000"/>
  <p:notesSz cx="6858000" cy="9144000"/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orient="horz" pos="1224" userDrawn="1">
          <p15:clr>
            <a:srgbClr val="A4A3A4"/>
          </p15:clr>
        </p15:guide>
        <p15:guide id="3" pos="7368" userDrawn="1">
          <p15:clr>
            <a:srgbClr val="A4A3A4"/>
          </p15:clr>
        </p15:guide>
        <p15:guide id="4" pos="312" userDrawn="1">
          <p15:clr>
            <a:srgbClr val="A4A3A4"/>
          </p15:clr>
        </p15:guide>
        <p15:guide id="6" orient="horz" pos="2856" userDrawn="1">
          <p15:clr>
            <a:srgbClr val="A4A3A4"/>
          </p15:clr>
        </p15:guide>
        <p15:guide id="7" pos="5928" userDrawn="1">
          <p15:clr>
            <a:srgbClr val="A4A3A4"/>
          </p15:clr>
        </p15:guide>
        <p15:guide id="8" pos="6168" userDrawn="1">
          <p15:clr>
            <a:srgbClr val="A4A3A4"/>
          </p15:clr>
        </p15:guide>
        <p15:guide id="9" pos="1512" userDrawn="1">
          <p15:clr>
            <a:srgbClr val="A4A3A4"/>
          </p15:clr>
        </p15:guide>
        <p15:guide id="10" orient="horz" pos="264" userDrawn="1">
          <p15:clr>
            <a:srgbClr val="A4A3A4"/>
          </p15:clr>
        </p15:guide>
        <p15:guide id="11" pos="2496" userDrawn="1">
          <p15:clr>
            <a:srgbClr val="A4A3A4"/>
          </p15:clr>
        </p15:guide>
        <p15:guide id="12" pos="2688" userDrawn="1">
          <p15:clr>
            <a:srgbClr val="A4A3A4"/>
          </p15:clr>
        </p15:guide>
        <p15:guide id="13" pos="4536" userDrawn="1">
          <p15:clr>
            <a:srgbClr val="A4A3A4"/>
          </p15:clr>
        </p15:guide>
        <p15:guide id="14" pos="4008" userDrawn="1">
          <p15:clr>
            <a:srgbClr val="A4A3A4"/>
          </p15:clr>
        </p15:guide>
        <p15:guide id="15" pos="4944" userDrawn="1">
          <p15:clr>
            <a:srgbClr val="A4A3A4"/>
          </p15:clr>
        </p15:guide>
        <p15:guide id="16" pos="5136" userDrawn="1">
          <p15:clr>
            <a:srgbClr val="A4A3A4"/>
          </p15:clr>
        </p15:guide>
        <p15:guide id="17" orient="horz" pos="1584" userDrawn="1">
          <p15:clr>
            <a:srgbClr val="A4A3A4"/>
          </p15:clr>
        </p15:guide>
        <p15:guide id="18" orient="horz" pos="2736" userDrawn="1">
          <p15:clr>
            <a:srgbClr val="A4A3A4"/>
          </p15:clr>
        </p15:guide>
        <p15:guide id="19" orient="horz" pos="3648" userDrawn="1">
          <p15:clr>
            <a:srgbClr val="A4A3A4"/>
          </p15:clr>
        </p15:guide>
        <p15:guide id="20" orient="horz" pos="864" userDrawn="1">
          <p15:clr>
            <a:srgbClr val="A4A3A4"/>
          </p15:clr>
        </p15:guide>
        <p15:guide id="21" orient="horz" pos="3984" userDrawn="1">
          <p15:clr>
            <a:srgbClr val="A4A3A4"/>
          </p15:clr>
        </p15:guide>
        <p15:guide id="22" pos="456" userDrawn="1">
          <p15:clr>
            <a:srgbClr val="A4A3A4"/>
          </p15:clr>
        </p15:guide>
        <p15:guide id="23" pos="7248" userDrawn="1">
          <p15:clr>
            <a:srgbClr val="A4A3A4"/>
          </p15:clr>
        </p15:guide>
        <p15:guide id="24" orient="horz" pos="1920" userDrawn="1">
          <p15:clr>
            <a:srgbClr val="A4A3A4"/>
          </p15:clr>
        </p15:guide>
        <p15:guide id="25" orient="horz" pos="2256" userDrawn="1">
          <p15:clr>
            <a:srgbClr val="A4A3A4"/>
          </p15:clr>
        </p15:guide>
        <p15:guide id="26" pos="7176" userDrawn="1">
          <p15:clr>
            <a:srgbClr val="A4A3A4"/>
          </p15:clr>
        </p15:guide>
        <p15:guide id="27" orient="horz" pos="1704" userDrawn="1">
          <p15:clr>
            <a:srgbClr val="A4A3A4"/>
          </p15:clr>
        </p15:guide>
        <p15:guide id="28" pos="4176" userDrawn="1">
          <p15:clr>
            <a:srgbClr val="A4A3A4"/>
          </p15:clr>
        </p15:guide>
        <p15:guide id="29" orient="horz" pos="2592" userDrawn="1">
          <p15:clr>
            <a:srgbClr val="A4A3A4"/>
          </p15:clr>
        </p15:guide>
        <p15:guide id="30" pos="6912" userDrawn="1">
          <p15:clr>
            <a:srgbClr val="A4A3A4"/>
          </p15:clr>
        </p15:guide>
        <p15:guide id="31" pos="355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8BEB2"/>
    <a:srgbClr val="753F2D"/>
    <a:srgbClr val="5E3324"/>
    <a:srgbClr val="8A4C34"/>
    <a:srgbClr val="815550"/>
    <a:srgbClr val="A3573E"/>
    <a:srgbClr val="E7E6E6"/>
    <a:srgbClr val="C28D6D"/>
    <a:srgbClr val="D2986F"/>
    <a:srgbClr val="333B3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A4B2400-85D9-475F-ABA1-2053D620F3D2}" v="4" dt="2026-01-05T04:11:30.48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1224"/>
        <p:guide pos="7368"/>
        <p:guide pos="312"/>
        <p:guide orient="horz" pos="2856"/>
        <p:guide pos="5928"/>
        <p:guide pos="6168"/>
        <p:guide pos="1512"/>
        <p:guide orient="horz" pos="264"/>
        <p:guide pos="2496"/>
        <p:guide pos="2688"/>
        <p:guide pos="4536"/>
        <p:guide pos="4008"/>
        <p:guide pos="4944"/>
        <p:guide pos="5136"/>
        <p:guide orient="horz" pos="1584"/>
        <p:guide orient="horz" pos="2736"/>
        <p:guide orient="horz" pos="3648"/>
        <p:guide orient="horz" pos="864"/>
        <p:guide orient="horz" pos="3984"/>
        <p:guide pos="456"/>
        <p:guide pos="7248"/>
        <p:guide orient="horz" pos="1920"/>
        <p:guide orient="horz" pos="2256"/>
        <p:guide pos="7176"/>
        <p:guide orient="horz" pos="1704"/>
        <p:guide pos="4176"/>
        <p:guide orient="horz" pos="2592"/>
        <p:guide pos="6912"/>
        <p:guide pos="3552"/>
      </p:guideLst>
    </p:cSldViewPr>
  </p:slide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theme" Target="theme/theme1.xml"/><Relationship Id="rId50" Type="http://schemas.microsoft.com/office/2018/10/relationships/authors" Target="author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notesMaster" Target="notesMasters/notesMaster1.xml"/><Relationship Id="rId48" Type="http://schemas.openxmlformats.org/officeDocument/2006/relationships/tableStyles" Target="tableStyle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viewProps" Target="viewProp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90CCAB377E97AF62/Lockfree-DataStructures%20Portfolio_%EC%84%A0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SRWLock</c:v>
                </c:pt>
              </c:strCache>
            </c:strRef>
          </c:tx>
          <c:spPr>
            <a:ln w="28575" cap="rnd">
              <a:solidFill>
                <a:srgbClr val="FFFFFF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Sheet1!$A$2:$A$4</c:f>
              <c:strCache>
                <c:ptCount val="3"/>
                <c:pt idx="0">
                  <c:v>스레드 1개</c:v>
                </c:pt>
                <c:pt idx="1">
                  <c:v>스레드 3개</c:v>
                </c:pt>
                <c:pt idx="2">
                  <c:v>스레드 16개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25476490501</c:v>
                </c:pt>
                <c:pt idx="1">
                  <c:v>19776245124</c:v>
                </c:pt>
                <c:pt idx="2">
                  <c:v>12108320327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286-4A28-A3A7-1AEA3E2B57C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SpinLock</c:v>
                </c:pt>
              </c:strCache>
            </c:strRef>
          </c:tx>
          <c:spPr>
            <a:ln w="28575" cap="rnd">
              <a:solidFill>
                <a:srgbClr val="FF0000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Sheet1!$A$2:$A$4</c:f>
              <c:strCache>
                <c:ptCount val="3"/>
                <c:pt idx="0">
                  <c:v>스레드 1개</c:v>
                </c:pt>
                <c:pt idx="1">
                  <c:v>스레드 3개</c:v>
                </c:pt>
                <c:pt idx="2">
                  <c:v>스레드 16개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25589938990</c:v>
                </c:pt>
                <c:pt idx="1">
                  <c:v>2631708160</c:v>
                </c:pt>
                <c:pt idx="2">
                  <c:v>464494023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286-4A28-A3A7-1AEA3E2B57CB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LockFree</c:v>
                </c:pt>
              </c:strCache>
            </c:strRef>
          </c:tx>
          <c:spPr>
            <a:ln w="28575" cap="rnd">
              <a:solidFill>
                <a:srgbClr val="0070C0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Sheet1!$A$2:$A$4</c:f>
              <c:strCache>
                <c:ptCount val="3"/>
                <c:pt idx="0">
                  <c:v>스레드 1개</c:v>
                </c:pt>
                <c:pt idx="1">
                  <c:v>스레드 3개</c:v>
                </c:pt>
                <c:pt idx="2">
                  <c:v>스레드 16개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22346230414</c:v>
                </c:pt>
                <c:pt idx="1">
                  <c:v>2659933145</c:v>
                </c:pt>
                <c:pt idx="2">
                  <c:v>2018193425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5286-4A28-A3A7-1AEA3E2B57C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74734415"/>
        <c:axId val="174731535"/>
      </c:lineChart>
      <c:catAx>
        <c:axId val="17473441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defRPr>
            </a:pPr>
            <a:endParaRPr lang="ko-KR"/>
          </a:p>
        </c:txPr>
        <c:crossAx val="174731535"/>
        <c:crosses val="autoZero"/>
        <c:auto val="1"/>
        <c:lblAlgn val="ctr"/>
        <c:lblOffset val="100"/>
        <c:noMultiLvlLbl val="0"/>
      </c:catAx>
      <c:valAx>
        <c:axId val="17473153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endParaRPr lang="ko-KR"/>
          </a:p>
        </c:txPr>
        <c:crossAx val="17473441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8B30D67-EB7C-4323-A6AB-20071C4FCC2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B26DD94-0E47-FE33-5C0F-9E497B99BEF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433F7E-3633-4FA3-974D-CA21FB24834F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636FF0-1B83-FCD7-197D-6F6CBEA8FE0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A88305-7C09-5A95-A84B-C7CEA8D00FA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482836-E43C-41FF-A11B-3D8AB6E68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09817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45F7B4-7442-4021-9F1E-8BC3C363C892}" type="datetimeFigureOut">
              <a:rPr lang="en-US" noProof="0" smtClean="0"/>
              <a:t>1/4/2026</a:t>
            </a:fld>
            <a:endParaRPr lang="en-US" noProof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CDE012-9E2E-4477-8B5C-4E7D4E9BCBA6}" type="slidenum">
              <a:rPr lang="en-US" noProof="0" smtClean="0"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7393859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CDE012-9E2E-4477-8B5C-4E7D4E9BCBA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81925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&lt;</a:t>
            </a:r>
            <a:r>
              <a:rPr lang="ko-KR" altLang="en-US" err="1">
                <a:ea typeface="Calibri"/>
                <a:cs typeface="Calibri"/>
              </a:rPr>
              <a:t>대본</a:t>
            </a:r>
            <a:r>
              <a:rPr lang="en-US">
                <a:ea typeface="Calibri"/>
                <a:cs typeface="Calibri"/>
              </a:rPr>
              <a:t>&gt;</a:t>
            </a:r>
          </a:p>
          <a:p>
            <a:pPr marL="171450" indent="-171450">
              <a:buFont typeface="Calibri"/>
              <a:buChar char="-"/>
            </a:pPr>
            <a:r>
              <a:rPr lang="ko-KR" altLang="en-US">
                <a:ea typeface="Calibri"/>
                <a:cs typeface="Calibri"/>
              </a:rPr>
              <a:t>이 프로젝트의 간략한 개요를 설명</a:t>
            </a:r>
          </a:p>
          <a:p>
            <a:pPr marL="171450" indent="-171450">
              <a:buFont typeface="Calibri"/>
              <a:buChar char="-"/>
            </a:pPr>
            <a:r>
              <a:rPr lang="ko-KR" altLang="en-US">
                <a:ea typeface="Calibri"/>
                <a:cs typeface="Calibri"/>
              </a:rPr>
              <a:t>우선 세션의 </a:t>
            </a:r>
            <a:r>
              <a:rPr lang="ko-KR" altLang="en-US" err="1">
                <a:ea typeface="Calibri"/>
                <a:cs typeface="Calibri"/>
              </a:rPr>
              <a:t>lock을</a:t>
            </a:r>
            <a:r>
              <a:rPr lang="ko-KR" altLang="en-US">
                <a:ea typeface="Calibri"/>
                <a:cs typeface="Calibri"/>
              </a:rPr>
              <a:t> 제거한 네트워크 라이브러리를 구현하고 그룹 기반 처리 및 네트워크 처리를 </a:t>
            </a:r>
            <a:r>
              <a:rPr lang="ko-KR" altLang="en-US" err="1">
                <a:ea typeface="Calibri"/>
                <a:cs typeface="Calibri"/>
              </a:rPr>
              <a:t>담당하난</a:t>
            </a:r>
            <a:r>
              <a:rPr lang="ko-KR" altLang="en-US">
                <a:ea typeface="Calibri"/>
                <a:cs typeface="Calibri"/>
              </a:rPr>
              <a:t> 게임 라이브러리를 구현하였음.</a:t>
            </a:r>
          </a:p>
          <a:p>
            <a:pPr marL="171450" indent="-171450">
              <a:buFont typeface="Calibri"/>
              <a:buChar char="-"/>
            </a:pPr>
            <a:r>
              <a:rPr lang="ko-KR" altLang="en-US">
                <a:ea typeface="Calibri"/>
                <a:cs typeface="Calibri"/>
              </a:rPr>
              <a:t>네트워크 라이브러리를 통해 채팅 서버, 로그인 서버, 모니터링 서버를 구성하고 게임 라이브러리를 통해 게임 서버(에코 서버)</a:t>
            </a:r>
            <a:r>
              <a:rPr lang="ko-KR" altLang="en-US" err="1">
                <a:ea typeface="Calibri"/>
                <a:cs typeface="Calibri"/>
              </a:rPr>
              <a:t>를</a:t>
            </a:r>
            <a:r>
              <a:rPr lang="ko-KR" altLang="en-US">
                <a:ea typeface="Calibri"/>
                <a:cs typeface="Calibri"/>
              </a:rPr>
              <a:t> 구현함.</a:t>
            </a:r>
          </a:p>
          <a:p>
            <a:pPr marL="171450" indent="-171450">
              <a:buFont typeface="Calibri"/>
              <a:buChar char="-"/>
            </a:pPr>
            <a:r>
              <a:rPr lang="ko-KR" altLang="en-US">
                <a:ea typeface="Calibri"/>
                <a:cs typeface="Calibri"/>
              </a:rPr>
              <a:t>이렇게 구현한 서버를 장시간동안 </a:t>
            </a:r>
            <a:r>
              <a:rPr lang="ko-KR" altLang="en-US" err="1">
                <a:ea typeface="Calibri"/>
                <a:cs typeface="Calibri"/>
              </a:rPr>
              <a:t>무중단</a:t>
            </a:r>
            <a:r>
              <a:rPr lang="ko-KR" altLang="en-US">
                <a:ea typeface="Calibri"/>
                <a:cs typeface="Calibri"/>
              </a:rPr>
              <a:t> 테스트하여 네트워크  라이브러리 및 게임 라이브러리의 신뢰성을 검증하였음.</a:t>
            </a:r>
          </a:p>
          <a:p>
            <a:pPr marL="171450" indent="-171450">
              <a:buFont typeface="Calibri"/>
              <a:buChar char="-"/>
            </a:pPr>
            <a:r>
              <a:rPr lang="ko-KR" altLang="en-US">
                <a:ea typeface="Calibri"/>
                <a:cs typeface="Calibri"/>
              </a:rPr>
              <a:t>마지막으로 소켓의 Zero Copy를 킨것과 끈것 중 어떤것이 어떤 상황에서 좋은지를 비교 환경을 만들어서 테스트하였고 분석하였음.</a:t>
            </a:r>
          </a:p>
          <a:p>
            <a:pPr marL="171450" indent="-171450">
              <a:buFont typeface="Calibri"/>
              <a:buChar char="-"/>
            </a:pPr>
            <a:endParaRPr lang="ko-KR" altLang="en-US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CDE012-9E2E-4477-8B5C-4E7D4E9BCBA6}" type="slidenum">
              <a:rPr lang="en-US" noProof="0" smtClean="0"/>
              <a:t>3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0324392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>
                <a:ea typeface="Calibri"/>
                <a:cs typeface="Calibri"/>
              </a:rPr>
              <a:t>&lt;대본&gt;</a:t>
            </a:r>
          </a:p>
          <a:p>
            <a:pPr marL="171450" indent="-171450">
              <a:buFont typeface="Calibri"/>
              <a:buChar char="-"/>
            </a:pPr>
            <a:r>
              <a:rPr lang="en-US" altLang="ko-KR" err="1">
                <a:ea typeface="Calibri"/>
                <a:cs typeface="Calibri"/>
              </a:rPr>
              <a:t>우선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네트워크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라이브러리의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전체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구조부터</a:t>
            </a:r>
            <a:r>
              <a:rPr lang="en-US" altLang="ko-KR">
                <a:ea typeface="Calibri"/>
                <a:cs typeface="Calibri"/>
              </a:rPr>
              <a:t> 설명</a:t>
            </a:r>
          </a:p>
          <a:p>
            <a:pPr marL="171450" indent="-171450">
              <a:buFont typeface="Calibri"/>
              <a:buChar char="-"/>
            </a:pPr>
            <a:r>
              <a:rPr lang="en-US" altLang="ko-KR" err="1">
                <a:ea typeface="Calibri"/>
                <a:cs typeface="Calibri"/>
              </a:rPr>
              <a:t>라이브러리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자체는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IOCP를</a:t>
            </a:r>
            <a:r>
              <a:rPr lang="en-US" altLang="ko-KR">
                <a:ea typeface="Calibri"/>
                <a:cs typeface="Calibri"/>
              </a:rPr>
              <a:t> 기반으로 비동기 처리를 함.</a:t>
            </a:r>
          </a:p>
          <a:p>
            <a:pPr marL="171450" indent="-171450">
              <a:buFont typeface="Calibri"/>
              <a:buChar char="-"/>
            </a:pPr>
            <a:r>
              <a:rPr lang="en-US" altLang="ko-KR" err="1">
                <a:ea typeface="Calibri"/>
                <a:cs typeface="Calibri"/>
              </a:rPr>
              <a:t>라이브러리에</a:t>
            </a:r>
            <a:r>
              <a:rPr lang="en-US" altLang="ko-KR">
                <a:ea typeface="Calibri"/>
                <a:cs typeface="Calibri"/>
              </a:rPr>
              <a:t> Send </a:t>
            </a:r>
            <a:r>
              <a:rPr lang="en-US" altLang="ko-KR" err="1">
                <a:ea typeface="Calibri"/>
                <a:cs typeface="Calibri"/>
              </a:rPr>
              <a:t>스레드를</a:t>
            </a:r>
            <a:r>
              <a:rPr lang="en-US" altLang="ko-KR">
                <a:ea typeface="Calibri"/>
                <a:cs typeface="Calibri"/>
              </a:rPr>
              <a:t> On/ Off </a:t>
            </a:r>
            <a:r>
              <a:rPr lang="en-US" altLang="ko-KR" err="1">
                <a:ea typeface="Calibri"/>
                <a:cs typeface="Calibri"/>
              </a:rPr>
              <a:t>할수</a:t>
            </a:r>
            <a:r>
              <a:rPr lang="en-US" altLang="ko-KR">
                <a:ea typeface="Calibri"/>
                <a:cs typeface="Calibri"/>
              </a:rPr>
              <a:t> 있게 지원을 함. Config 파일을 통해 Send </a:t>
            </a:r>
            <a:r>
              <a:rPr lang="en-US" altLang="ko-KR" err="1">
                <a:ea typeface="Calibri"/>
                <a:cs typeface="Calibri"/>
              </a:rPr>
              <a:t>스레드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사용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여부</a:t>
            </a:r>
            <a:r>
              <a:rPr lang="en-US" altLang="ko-KR">
                <a:ea typeface="Calibri"/>
                <a:cs typeface="Calibri"/>
              </a:rPr>
              <a:t> 및 Send </a:t>
            </a:r>
            <a:r>
              <a:rPr lang="en-US" altLang="ko-KR" err="1">
                <a:ea typeface="Calibri"/>
                <a:cs typeface="Calibri"/>
              </a:rPr>
              <a:t>스레드의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프레임을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조절할</a:t>
            </a:r>
            <a:r>
              <a:rPr lang="en-US" altLang="ko-KR">
                <a:ea typeface="Calibri"/>
                <a:cs typeface="Calibri"/>
              </a:rPr>
              <a:t> 수 </a:t>
            </a:r>
            <a:r>
              <a:rPr lang="en-US" altLang="ko-KR" err="1">
                <a:ea typeface="Calibri"/>
                <a:cs typeface="Calibri"/>
              </a:rPr>
              <a:t>있음</a:t>
            </a:r>
            <a:r>
              <a:rPr lang="en-US" altLang="ko-KR">
                <a:ea typeface="Calibri"/>
                <a:cs typeface="Calibri"/>
              </a:rPr>
              <a:t>. </a:t>
            </a:r>
            <a:r>
              <a:rPr lang="en-US" altLang="ko-KR" err="1">
                <a:ea typeface="Calibri"/>
                <a:cs typeface="Calibri"/>
              </a:rPr>
              <a:t>이를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통해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보내려는</a:t>
            </a:r>
            <a:r>
              <a:rPr lang="en-US" altLang="ko-KR">
                <a:ea typeface="Calibri"/>
                <a:cs typeface="Calibri"/>
              </a:rPr>
              <a:t> 메세지량을 </a:t>
            </a:r>
            <a:r>
              <a:rPr lang="en-US" altLang="ko-KR" err="1">
                <a:ea typeface="Calibri"/>
                <a:cs typeface="Calibri"/>
              </a:rPr>
              <a:t>본인이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컨트롤하여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조절할</a:t>
            </a:r>
            <a:r>
              <a:rPr lang="en-US" altLang="ko-KR">
                <a:ea typeface="Calibri"/>
                <a:cs typeface="Calibri"/>
              </a:rPr>
              <a:t> 수 </a:t>
            </a:r>
            <a:r>
              <a:rPr lang="en-US" altLang="ko-KR" err="1">
                <a:ea typeface="Calibri"/>
                <a:cs typeface="Calibri"/>
              </a:rPr>
              <a:t>있음</a:t>
            </a:r>
            <a:r>
              <a:rPr lang="en-US" altLang="ko-KR">
                <a:ea typeface="Calibri"/>
                <a:cs typeface="Calibri"/>
              </a:rPr>
              <a:t>.</a:t>
            </a:r>
          </a:p>
          <a:p>
            <a:pPr marL="171450" indent="-171450">
              <a:buFont typeface="Calibri"/>
              <a:buChar char="-"/>
            </a:pPr>
            <a:r>
              <a:rPr lang="en-US" altLang="ko-KR" err="1">
                <a:ea typeface="Calibri"/>
                <a:cs typeface="Calibri"/>
              </a:rPr>
              <a:t>라이브러리는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세션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구조체를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배열로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관리하고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있으며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사용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가능한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index를</a:t>
            </a:r>
            <a:r>
              <a:rPr lang="en-US" altLang="ko-KR">
                <a:ea typeface="Calibri"/>
                <a:cs typeface="Calibri"/>
              </a:rPr>
              <a:t> 관리할때 락프리 스택을 사용하여 동기화 객체의 사용을 배제하였음.</a:t>
            </a:r>
          </a:p>
          <a:p>
            <a:pPr marL="171450" indent="-171450">
              <a:buFont typeface="Calibri"/>
              <a:buChar char="-"/>
            </a:pPr>
            <a:r>
              <a:rPr lang="en-US" altLang="ko-KR">
                <a:ea typeface="Calibri"/>
                <a:cs typeface="Calibri"/>
              </a:rPr>
              <a:t>라이브러리는 컨텐츠와 완전히 분리된 </a:t>
            </a:r>
            <a:r>
              <a:rPr lang="en-US" altLang="ko-KR" err="1">
                <a:ea typeface="Calibri"/>
                <a:cs typeface="Calibri"/>
              </a:rPr>
              <a:t>형태로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동작하기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때문에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세션이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만들어질</a:t>
            </a:r>
            <a:r>
              <a:rPr lang="en-US" altLang="ko-KR">
                <a:ea typeface="Calibri"/>
                <a:cs typeface="Calibri"/>
              </a:rPr>
              <a:t> 때 </a:t>
            </a:r>
            <a:r>
              <a:rPr lang="en-US" altLang="ko-KR" err="1">
                <a:ea typeface="Calibri"/>
                <a:cs typeface="Calibri"/>
              </a:rPr>
              <a:t>세션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Key를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컨텐츠에게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OnClinetJoin의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콜백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함수로</a:t>
            </a:r>
            <a:r>
              <a:rPr lang="en-US" altLang="ko-KR">
                <a:ea typeface="Calibri"/>
                <a:cs typeface="Calibri"/>
              </a:rPr>
              <a:t> 전달함. </a:t>
            </a:r>
            <a:r>
              <a:rPr lang="en-US" altLang="ko-KR" err="1">
                <a:ea typeface="Calibri"/>
                <a:cs typeface="Calibri"/>
              </a:rPr>
              <a:t>이를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통해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컨텐츠는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보내고자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하는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메세지나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세션을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끊고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싶을</a:t>
            </a:r>
            <a:r>
              <a:rPr lang="en-US" altLang="ko-KR">
                <a:ea typeface="Calibri"/>
                <a:cs typeface="Calibri"/>
              </a:rPr>
              <a:t> 때 </a:t>
            </a:r>
            <a:r>
              <a:rPr lang="en-US" altLang="ko-KR" err="1">
                <a:ea typeface="Calibri"/>
                <a:cs typeface="Calibri"/>
              </a:rPr>
              <a:t>네트워크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라이브러리으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SendPacket</a:t>
            </a:r>
            <a:r>
              <a:rPr lang="en-US" altLang="ko-KR">
                <a:ea typeface="Calibri"/>
                <a:cs typeface="Calibri"/>
              </a:rPr>
              <a:t>, Disconnect를 호출하는데 매개인자로 세션 key를 전달하면</a:t>
            </a:r>
          </a:p>
          <a:p>
            <a:pPr marL="171450" indent="-171450">
              <a:buFont typeface="Calibri"/>
              <a:buChar char="-"/>
            </a:pPr>
            <a:r>
              <a:rPr lang="en-US" altLang="ko-KR" err="1">
                <a:ea typeface="Calibri"/>
                <a:cs typeface="Calibri"/>
              </a:rPr>
              <a:t>네트워크라이브러리가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유효성을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판단하여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로직을</a:t>
            </a:r>
            <a:r>
              <a:rPr lang="en-US" altLang="ko-KR">
                <a:ea typeface="Calibri"/>
                <a:cs typeface="Calibri"/>
              </a:rPr>
              <a:t> 처리함.</a:t>
            </a:r>
          </a:p>
          <a:p>
            <a:pPr marL="171450" indent="-171450">
              <a:buFont typeface="Calibri"/>
              <a:buChar char="-"/>
            </a:pPr>
            <a:r>
              <a:rPr lang="en-US" altLang="ko-KR" err="1">
                <a:ea typeface="Calibri"/>
                <a:cs typeface="Calibri"/>
              </a:rPr>
              <a:t>세션의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구조는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Lock을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제거하는게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목표기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때문에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송신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큐도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락프리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큐로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대체함</a:t>
            </a:r>
            <a:r>
              <a:rPr lang="en-US" altLang="ko-KR">
                <a:ea typeface="Calibri"/>
                <a:cs typeface="Calibri"/>
              </a:rPr>
              <a:t>. </a:t>
            </a:r>
            <a:r>
              <a:rPr lang="en-US" altLang="ko-KR" err="1">
                <a:ea typeface="Calibri"/>
                <a:cs typeface="Calibri"/>
              </a:rPr>
              <a:t>수신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큐의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경우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애초에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단일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스레드에서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RecvIO를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걸어놓고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이에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대한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통지가</a:t>
            </a:r>
            <a:r>
              <a:rPr lang="en-US" altLang="ko-KR">
                <a:ea typeface="Calibri"/>
                <a:cs typeface="Calibri"/>
              </a:rPr>
              <a:t> 오면 처리를 다 끝내고 </a:t>
            </a:r>
            <a:r>
              <a:rPr lang="en-US" altLang="ko-KR" err="1">
                <a:ea typeface="Calibri"/>
                <a:cs typeface="Calibri"/>
              </a:rPr>
              <a:t>나서</a:t>
            </a:r>
            <a:r>
              <a:rPr lang="en-US" altLang="ko-KR">
                <a:ea typeface="Calibri"/>
                <a:cs typeface="Calibri"/>
              </a:rPr>
              <a:t> 그 </a:t>
            </a:r>
            <a:r>
              <a:rPr lang="en-US" altLang="ko-KR" err="1">
                <a:ea typeface="Calibri"/>
                <a:cs typeface="Calibri"/>
              </a:rPr>
              <a:t>스레드에서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다시</a:t>
            </a:r>
            <a:r>
              <a:rPr lang="en-US" altLang="ko-KR">
                <a:ea typeface="Calibri"/>
                <a:cs typeface="Calibri"/>
              </a:rPr>
              <a:t> IO를 걸기 때문에 멀티 스레드에 대해 동작하는 상황이 아님.</a:t>
            </a:r>
          </a:p>
          <a:p>
            <a:pPr marL="171450" indent="-171450">
              <a:buFont typeface="Calibri"/>
              <a:buChar char="-"/>
            </a:pPr>
            <a:r>
              <a:rPr lang="en-US" altLang="ko-KR">
                <a:ea typeface="Calibri"/>
                <a:cs typeface="Calibri"/>
              </a:rPr>
              <a:t>이 </a:t>
            </a:r>
            <a:r>
              <a:rPr lang="en-US" altLang="ko-KR" err="1">
                <a:ea typeface="Calibri"/>
                <a:cs typeface="Calibri"/>
              </a:rPr>
              <a:t>세션의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경우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사용하려고</a:t>
            </a:r>
            <a:r>
              <a:rPr lang="en-US" altLang="ko-KR">
                <a:ea typeface="Calibri"/>
                <a:cs typeface="Calibri"/>
              </a:rPr>
              <a:t> 할 때 </a:t>
            </a:r>
            <a:r>
              <a:rPr lang="en-US" altLang="ko-KR" err="1">
                <a:ea typeface="Calibri"/>
                <a:cs typeface="Calibri"/>
              </a:rPr>
              <a:t>참조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카운트를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올리고</a:t>
            </a:r>
            <a:r>
              <a:rPr lang="en-US" altLang="ko-KR">
                <a:ea typeface="Calibri"/>
                <a:cs typeface="Calibri"/>
              </a:rPr>
              <a:t> 다 </a:t>
            </a:r>
            <a:r>
              <a:rPr lang="en-US" altLang="ko-KR" err="1">
                <a:ea typeface="Calibri"/>
                <a:cs typeface="Calibri"/>
              </a:rPr>
              <a:t>쓰면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참조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카운트를</a:t>
            </a:r>
            <a:r>
              <a:rPr lang="en-US" altLang="ko-KR">
                <a:ea typeface="Calibri"/>
                <a:cs typeface="Calibri"/>
              </a:rPr>
              <a:t> 내려서 참조 카운트가 0이 될 때 세션을 정리하도록 함.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CDE012-9E2E-4477-8B5C-4E7D4E9BCBA6}" type="slidenum">
              <a:rPr lang="en-US" noProof="0" smtClean="0"/>
              <a:t>4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6760071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&lt;</a:t>
            </a:r>
            <a:r>
              <a:rPr lang="ko-KR" altLang="en-US" err="1">
                <a:ea typeface="맑은 고딕"/>
                <a:cs typeface="Calibri"/>
              </a:rPr>
              <a:t>대본</a:t>
            </a:r>
            <a:r>
              <a:rPr lang="en-US">
                <a:ea typeface="Calibri"/>
                <a:cs typeface="Calibri"/>
              </a:rPr>
              <a:t>&gt;</a:t>
            </a:r>
          </a:p>
          <a:p>
            <a:pPr marL="285750" indent="-285750">
              <a:buFont typeface="Calibri"/>
              <a:buChar char="-"/>
            </a:pPr>
            <a:r>
              <a:rPr lang="ko-KR" altLang="en-US">
                <a:ea typeface="Calibri"/>
                <a:cs typeface="Calibri"/>
              </a:rPr>
              <a:t>네트워크 라이브러리의 기본 스레드 모델임.</a:t>
            </a:r>
          </a:p>
          <a:p>
            <a:pPr marL="285750" indent="-285750">
              <a:buFont typeface="Calibri"/>
              <a:buChar char="-"/>
            </a:pPr>
            <a:r>
              <a:rPr lang="ko-KR" altLang="en-US" err="1">
                <a:ea typeface="Calibri"/>
                <a:cs typeface="Calibri"/>
              </a:rPr>
              <a:t>Accept</a:t>
            </a:r>
            <a:r>
              <a:rPr lang="ko-KR" altLang="en-US">
                <a:ea typeface="Calibri"/>
                <a:cs typeface="Calibri"/>
              </a:rPr>
              <a:t> 스레드에서 세션이 생성되면 </a:t>
            </a:r>
            <a:r>
              <a:rPr lang="ko-KR" altLang="en-US" err="1">
                <a:ea typeface="Calibri"/>
                <a:cs typeface="Calibri"/>
              </a:rPr>
              <a:t>OnClientJoin을</a:t>
            </a:r>
            <a:r>
              <a:rPr lang="ko-KR" altLang="en-US">
                <a:ea typeface="Calibri"/>
                <a:cs typeface="Calibri"/>
              </a:rPr>
              <a:t> 통해 컨텐츠에게 </a:t>
            </a:r>
            <a:r>
              <a:rPr lang="ko-KR" altLang="en-US" err="1">
                <a:ea typeface="Calibri"/>
                <a:cs typeface="Calibri"/>
              </a:rPr>
              <a:t>세션key를</a:t>
            </a:r>
            <a:r>
              <a:rPr lang="ko-KR" altLang="en-US">
                <a:ea typeface="Calibri"/>
                <a:cs typeface="Calibri"/>
              </a:rPr>
              <a:t> 전달하여 컨텐츠는 이를 보관하여 네트워크 라이브러리 함수를 </a:t>
            </a:r>
            <a:r>
              <a:rPr lang="ko-KR" altLang="en-US" err="1">
                <a:ea typeface="Calibri"/>
                <a:cs typeface="Calibri"/>
              </a:rPr>
              <a:t>사용할때</a:t>
            </a:r>
            <a:r>
              <a:rPr lang="ko-KR" altLang="en-US">
                <a:ea typeface="Calibri"/>
                <a:cs typeface="Calibri"/>
              </a:rPr>
              <a:t> 매개인자로 전달함.</a:t>
            </a:r>
          </a:p>
          <a:p>
            <a:pPr marL="285750" indent="-285750">
              <a:buFont typeface="Calibri"/>
              <a:buChar char="-"/>
            </a:pPr>
            <a:r>
              <a:rPr lang="ko-KR" altLang="en-US" err="1">
                <a:ea typeface="Calibri"/>
                <a:cs typeface="Calibri"/>
              </a:rPr>
              <a:t>Send</a:t>
            </a:r>
            <a:r>
              <a:rPr lang="ko-KR" altLang="en-US">
                <a:ea typeface="Calibri"/>
                <a:cs typeface="Calibri"/>
              </a:rPr>
              <a:t> 스레드는 </a:t>
            </a:r>
            <a:r>
              <a:rPr lang="ko-KR" altLang="en-US" err="1">
                <a:ea typeface="Calibri"/>
                <a:cs typeface="Calibri"/>
              </a:rPr>
              <a:t>Config</a:t>
            </a:r>
            <a:r>
              <a:rPr lang="ko-KR" altLang="en-US">
                <a:ea typeface="Calibri"/>
                <a:cs typeface="Calibri"/>
              </a:rPr>
              <a:t> 파일을 통해 생성을 제어할 수 있으며 만약에 사용하지 않을 경우 </a:t>
            </a:r>
            <a:r>
              <a:rPr lang="ko-KR" altLang="en-US" err="1">
                <a:ea typeface="Calibri"/>
                <a:cs typeface="Calibri"/>
              </a:rPr>
              <a:t>Send</a:t>
            </a:r>
            <a:r>
              <a:rPr lang="ko-KR" altLang="en-US">
                <a:ea typeface="Calibri"/>
                <a:cs typeface="Calibri"/>
              </a:rPr>
              <a:t> 플래그를 사용하여 </a:t>
            </a:r>
            <a:r>
              <a:rPr lang="ko-KR" altLang="en-US" err="1">
                <a:ea typeface="Calibri"/>
                <a:cs typeface="Calibri"/>
              </a:rPr>
              <a:t>WSASend를</a:t>
            </a:r>
            <a:r>
              <a:rPr lang="ko-KR" altLang="en-US">
                <a:ea typeface="Calibri"/>
                <a:cs typeface="Calibri"/>
              </a:rPr>
              <a:t> </a:t>
            </a:r>
            <a:r>
              <a:rPr lang="ko-KR" altLang="en-US" err="1">
                <a:ea typeface="Calibri"/>
                <a:cs typeface="Calibri"/>
              </a:rPr>
              <a:t>호출할때</a:t>
            </a:r>
            <a:r>
              <a:rPr lang="ko-KR" altLang="en-US">
                <a:ea typeface="Calibri"/>
                <a:cs typeface="Calibri"/>
              </a:rPr>
              <a:t> 플래그를 켜서 그 동안 </a:t>
            </a:r>
            <a:r>
              <a:rPr lang="ko-KR" altLang="en-US" err="1">
                <a:ea typeface="Calibri"/>
                <a:cs typeface="Calibri"/>
              </a:rPr>
              <a:t>Send하려는</a:t>
            </a:r>
            <a:r>
              <a:rPr lang="ko-KR" altLang="en-US">
                <a:ea typeface="Calibri"/>
                <a:cs typeface="Calibri"/>
              </a:rPr>
              <a:t> 메세지들을 </a:t>
            </a:r>
            <a:r>
              <a:rPr lang="ko-KR" altLang="en-US" err="1">
                <a:ea typeface="Calibri"/>
                <a:cs typeface="Calibri"/>
              </a:rPr>
              <a:t>Send</a:t>
            </a:r>
            <a:r>
              <a:rPr lang="ko-KR" altLang="en-US">
                <a:ea typeface="Calibri"/>
                <a:cs typeface="Calibri"/>
              </a:rPr>
              <a:t> </a:t>
            </a:r>
            <a:r>
              <a:rPr lang="ko-KR" altLang="en-US" err="1">
                <a:ea typeface="Calibri"/>
                <a:cs typeface="Calibri"/>
              </a:rPr>
              <a:t>락프리</a:t>
            </a:r>
            <a:r>
              <a:rPr lang="ko-KR" altLang="en-US">
                <a:ea typeface="Calibri"/>
                <a:cs typeface="Calibri"/>
              </a:rPr>
              <a:t> 큐에 보관함. 그리고 </a:t>
            </a:r>
            <a:r>
              <a:rPr lang="ko-KR" altLang="en-US" err="1">
                <a:ea typeface="Calibri"/>
                <a:cs typeface="Calibri"/>
              </a:rPr>
              <a:t>Send</a:t>
            </a:r>
            <a:r>
              <a:rPr lang="ko-KR" altLang="en-US">
                <a:ea typeface="Calibri"/>
                <a:cs typeface="Calibri"/>
              </a:rPr>
              <a:t> 완료통지가 </a:t>
            </a:r>
            <a:r>
              <a:rPr lang="ko-KR" altLang="en-US" err="1">
                <a:ea typeface="Calibri"/>
                <a:cs typeface="Calibri"/>
              </a:rPr>
              <a:t>올때</a:t>
            </a:r>
            <a:r>
              <a:rPr lang="ko-KR" altLang="en-US">
                <a:ea typeface="Calibri"/>
                <a:cs typeface="Calibri"/>
              </a:rPr>
              <a:t> </a:t>
            </a:r>
            <a:r>
              <a:rPr lang="ko-KR" altLang="en-US" err="1">
                <a:ea typeface="Calibri"/>
                <a:cs typeface="Calibri"/>
              </a:rPr>
              <a:t>Send</a:t>
            </a:r>
            <a:r>
              <a:rPr lang="ko-KR" altLang="en-US">
                <a:ea typeface="Calibri"/>
                <a:cs typeface="Calibri"/>
              </a:rPr>
              <a:t> 플래그를 꺼서 다시 </a:t>
            </a:r>
            <a:r>
              <a:rPr lang="ko-KR" altLang="en-US" err="1">
                <a:ea typeface="Calibri"/>
                <a:cs typeface="Calibri"/>
              </a:rPr>
              <a:t>WSASend를</a:t>
            </a:r>
            <a:r>
              <a:rPr lang="ko-KR" altLang="en-US">
                <a:ea typeface="Calibri"/>
                <a:cs typeface="Calibri"/>
              </a:rPr>
              <a:t> 호출할 수 </a:t>
            </a:r>
            <a:r>
              <a:rPr lang="ko-KR" altLang="en-US" err="1">
                <a:ea typeface="Calibri"/>
                <a:cs typeface="Calibri"/>
              </a:rPr>
              <a:t>있게함</a:t>
            </a:r>
            <a:r>
              <a:rPr lang="ko-KR" altLang="en-US">
                <a:ea typeface="Calibri"/>
                <a:cs typeface="Calibri"/>
              </a:rPr>
              <a:t>.</a:t>
            </a:r>
          </a:p>
          <a:p>
            <a:pPr marL="285750" indent="-285750">
              <a:buFont typeface="Calibri"/>
              <a:buChar char="-"/>
            </a:pPr>
            <a:r>
              <a:rPr lang="ko-KR" altLang="en-US" err="1">
                <a:ea typeface="Calibri"/>
                <a:cs typeface="Calibri"/>
              </a:rPr>
              <a:t>Send를</a:t>
            </a:r>
            <a:r>
              <a:rPr lang="ko-KR" altLang="en-US">
                <a:ea typeface="Calibri"/>
                <a:cs typeface="Calibri"/>
              </a:rPr>
              <a:t> 1회 제한할 것이라서 </a:t>
            </a:r>
            <a:r>
              <a:rPr lang="ko-KR" altLang="en-US" err="1">
                <a:ea typeface="Calibri"/>
                <a:cs typeface="Calibri"/>
              </a:rPr>
              <a:t>Send</a:t>
            </a:r>
            <a:r>
              <a:rPr lang="ko-KR" altLang="en-US">
                <a:ea typeface="Calibri"/>
                <a:cs typeface="Calibri"/>
              </a:rPr>
              <a:t> 플래그가 필요함.</a:t>
            </a:r>
          </a:p>
          <a:p>
            <a:pPr marL="285750" indent="-285750">
              <a:buFont typeface="Calibri"/>
              <a:buChar char="-"/>
            </a:pPr>
            <a:r>
              <a:rPr lang="ko-KR" altLang="en-US" err="1">
                <a:ea typeface="Calibri"/>
                <a:cs typeface="Calibri"/>
              </a:rPr>
              <a:t>Iocp</a:t>
            </a:r>
            <a:r>
              <a:rPr lang="ko-KR" altLang="en-US">
                <a:ea typeface="Calibri"/>
                <a:cs typeface="Calibri"/>
              </a:rPr>
              <a:t> 워커 스레드는 </a:t>
            </a:r>
            <a:r>
              <a:rPr lang="ko-KR" altLang="en-US" err="1">
                <a:ea typeface="Calibri"/>
                <a:cs typeface="Calibri"/>
              </a:rPr>
              <a:t>io</a:t>
            </a:r>
            <a:r>
              <a:rPr lang="ko-KR" altLang="en-US">
                <a:ea typeface="Calibri"/>
                <a:cs typeface="Calibri"/>
              </a:rPr>
              <a:t> 완료통지가 오면 해당 </a:t>
            </a:r>
            <a:r>
              <a:rPr lang="ko-KR" altLang="en-US" err="1">
                <a:ea typeface="Calibri"/>
                <a:cs typeface="Calibri"/>
              </a:rPr>
              <a:t>IO에</a:t>
            </a:r>
            <a:r>
              <a:rPr lang="ko-KR" altLang="en-US">
                <a:ea typeface="Calibri"/>
                <a:cs typeface="Calibri"/>
              </a:rPr>
              <a:t> 맞춰서 </a:t>
            </a:r>
            <a:r>
              <a:rPr lang="ko-KR" altLang="en-US" err="1">
                <a:ea typeface="Calibri"/>
                <a:cs typeface="Calibri"/>
              </a:rPr>
              <a:t>RecvIOProc</a:t>
            </a:r>
            <a:r>
              <a:rPr lang="ko-KR" altLang="en-US">
                <a:ea typeface="Calibri"/>
                <a:cs typeface="Calibri"/>
              </a:rPr>
              <a:t> </a:t>
            </a:r>
            <a:r>
              <a:rPr lang="ko-KR" altLang="en-US" err="1">
                <a:ea typeface="Calibri"/>
                <a:cs typeface="Calibri"/>
              </a:rPr>
              <a:t>or</a:t>
            </a:r>
            <a:r>
              <a:rPr lang="ko-KR" altLang="en-US">
                <a:ea typeface="Calibri"/>
                <a:cs typeface="Calibri"/>
              </a:rPr>
              <a:t> </a:t>
            </a:r>
            <a:r>
              <a:rPr lang="ko-KR" altLang="en-US" err="1">
                <a:ea typeface="Calibri"/>
                <a:cs typeface="Calibri"/>
              </a:rPr>
              <a:t>SendIOProc</a:t>
            </a:r>
            <a:r>
              <a:rPr lang="ko-KR" altLang="en-US">
                <a:ea typeface="Calibri"/>
                <a:cs typeface="Calibri"/>
              </a:rPr>
              <a:t> 함수를 호출하여 맞게 처리함. 세션을 </a:t>
            </a:r>
            <a:r>
              <a:rPr lang="ko-KR" altLang="en-US" err="1">
                <a:ea typeface="Calibri"/>
                <a:cs typeface="Calibri"/>
              </a:rPr>
              <a:t>Release하여</a:t>
            </a:r>
            <a:r>
              <a:rPr lang="ko-KR" altLang="en-US">
                <a:ea typeface="Calibri"/>
                <a:cs typeface="Calibri"/>
              </a:rPr>
              <a:t> 반납할 경우도 </a:t>
            </a:r>
            <a:r>
              <a:rPr lang="ko-KR" altLang="en-US" err="1">
                <a:ea typeface="Calibri"/>
                <a:cs typeface="Calibri"/>
              </a:rPr>
              <a:t>PQCS를</a:t>
            </a:r>
            <a:r>
              <a:rPr lang="ko-KR" altLang="en-US">
                <a:ea typeface="Calibri"/>
                <a:cs typeface="Calibri"/>
              </a:rPr>
              <a:t> 통해 IOCP </a:t>
            </a:r>
            <a:r>
              <a:rPr lang="ko-KR" altLang="en-US" err="1">
                <a:ea typeface="Calibri"/>
                <a:cs typeface="Calibri"/>
              </a:rPr>
              <a:t>워커스레드가</a:t>
            </a:r>
            <a:r>
              <a:rPr lang="ko-KR" altLang="en-US">
                <a:ea typeface="Calibri"/>
                <a:cs typeface="Calibri"/>
              </a:rPr>
              <a:t> </a:t>
            </a:r>
            <a:r>
              <a:rPr lang="ko-KR" altLang="en-US" err="1">
                <a:ea typeface="Calibri"/>
                <a:cs typeface="Calibri"/>
              </a:rPr>
              <a:t>Release</a:t>
            </a:r>
            <a:r>
              <a:rPr lang="ko-KR" altLang="en-US">
                <a:ea typeface="Calibri"/>
                <a:cs typeface="Calibri"/>
              </a:rPr>
              <a:t> 처리를 담당함. </a:t>
            </a:r>
            <a:r>
              <a:rPr lang="ko-KR" altLang="en-US" err="1">
                <a:ea typeface="Calibri"/>
                <a:cs typeface="Calibri"/>
              </a:rPr>
              <a:t>Iocp가</a:t>
            </a:r>
            <a:r>
              <a:rPr lang="ko-KR" altLang="en-US">
                <a:ea typeface="Calibri"/>
                <a:cs typeface="Calibri"/>
              </a:rPr>
              <a:t> 닫히는 경우 </a:t>
            </a:r>
            <a:r>
              <a:rPr lang="ko-KR" altLang="en-US" err="1">
                <a:ea typeface="Calibri"/>
                <a:cs typeface="Calibri"/>
              </a:rPr>
              <a:t>iocp</a:t>
            </a:r>
            <a:r>
              <a:rPr lang="ko-KR" altLang="en-US">
                <a:ea typeface="Calibri"/>
                <a:cs typeface="Calibri"/>
              </a:rPr>
              <a:t> 워커 스레드는 반복문을 탈출하여 스레드가 정리됨.</a:t>
            </a:r>
          </a:p>
          <a:p>
            <a:pPr marL="285750" indent="-285750">
              <a:buFont typeface="Calibri"/>
              <a:buChar char="-"/>
            </a:pPr>
            <a:r>
              <a:rPr lang="ko-KR" altLang="en-US">
                <a:ea typeface="Calibri"/>
                <a:cs typeface="Calibri"/>
              </a:rPr>
              <a:t>세션을 </a:t>
            </a:r>
            <a:r>
              <a:rPr lang="ko-KR" altLang="en-US" err="1">
                <a:ea typeface="Calibri"/>
                <a:cs typeface="Calibri"/>
              </a:rPr>
              <a:t>Release할때는</a:t>
            </a:r>
            <a:r>
              <a:rPr lang="ko-KR" altLang="en-US">
                <a:ea typeface="Calibri"/>
                <a:cs typeface="Calibri"/>
              </a:rPr>
              <a:t> 세션 </a:t>
            </a:r>
            <a:r>
              <a:rPr lang="ko-KR" altLang="en-US" err="1">
                <a:ea typeface="Calibri"/>
                <a:cs typeface="Calibri"/>
              </a:rPr>
              <a:t>Send</a:t>
            </a:r>
            <a:r>
              <a:rPr lang="ko-KR" altLang="en-US">
                <a:ea typeface="Calibri"/>
                <a:cs typeface="Calibri"/>
              </a:rPr>
              <a:t> 큐에 있는 버퍼들 모두 반납하고 </a:t>
            </a:r>
            <a:r>
              <a:rPr lang="ko-KR" altLang="en-US" err="1">
                <a:ea typeface="Calibri"/>
                <a:cs typeface="Calibri"/>
              </a:rPr>
              <a:t>OnClientLeave</a:t>
            </a:r>
            <a:r>
              <a:rPr lang="ko-KR" altLang="en-US">
                <a:ea typeface="Calibri"/>
                <a:cs typeface="Calibri"/>
              </a:rPr>
              <a:t> 콜백함수를 호출하여 컨텐츠에게 세션이 정리됨을 알림. 그리고 나서 해당 세션의 </a:t>
            </a:r>
            <a:r>
              <a:rPr lang="ko-KR" altLang="en-US" err="1">
                <a:ea typeface="Calibri"/>
                <a:cs typeface="Calibri"/>
              </a:rPr>
              <a:t>index를</a:t>
            </a:r>
            <a:r>
              <a:rPr lang="ko-KR" altLang="en-US">
                <a:ea typeface="Calibri"/>
                <a:cs typeface="Calibri"/>
              </a:rPr>
              <a:t> </a:t>
            </a:r>
            <a:r>
              <a:rPr lang="ko-KR" altLang="en-US" err="1">
                <a:ea typeface="Calibri"/>
                <a:cs typeface="Calibri"/>
              </a:rPr>
              <a:t>락프리스택에</a:t>
            </a:r>
            <a:r>
              <a:rPr lang="ko-KR" altLang="en-US">
                <a:ea typeface="Calibri"/>
                <a:cs typeface="Calibri"/>
              </a:rPr>
              <a:t> </a:t>
            </a:r>
            <a:r>
              <a:rPr lang="ko-KR" altLang="en-US" err="1">
                <a:ea typeface="Calibri"/>
                <a:cs typeface="Calibri"/>
              </a:rPr>
              <a:t>push함</a:t>
            </a:r>
            <a:r>
              <a:rPr lang="ko-KR" altLang="en-US">
                <a:ea typeface="Calibri"/>
                <a:cs typeface="Calibri"/>
              </a:rPr>
              <a:t>.</a:t>
            </a:r>
          </a:p>
          <a:p>
            <a:pPr marL="285750" indent="-285750">
              <a:buFont typeface="Calibri"/>
              <a:buChar char="-"/>
            </a:pPr>
            <a:endParaRPr lang="ko-KR" altLang="en-US">
              <a:ea typeface="Calibri"/>
              <a:cs typeface="Calibri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CDE012-9E2E-4477-8B5C-4E7D4E9BCBA6}" type="slidenum">
              <a:rPr lang="en-US" noProof="0" smtClean="0"/>
              <a:t>5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5220966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>
                <a:ea typeface="Calibri"/>
                <a:cs typeface="Calibri"/>
              </a:rPr>
              <a:t>&lt;</a:t>
            </a:r>
            <a:r>
              <a:rPr lang="en-US" altLang="ko-KR" err="1">
                <a:ea typeface="Calibri"/>
                <a:cs typeface="Calibri"/>
              </a:rPr>
              <a:t>대본</a:t>
            </a:r>
            <a:r>
              <a:rPr lang="en-US" altLang="ko-KR">
                <a:ea typeface="Calibri"/>
                <a:cs typeface="Calibri"/>
              </a:rPr>
              <a:t>&gt;</a:t>
            </a:r>
          </a:p>
          <a:p>
            <a:pPr marL="171450" indent="-171450">
              <a:buFont typeface="Calibri"/>
              <a:buChar char="-"/>
            </a:pPr>
            <a:r>
              <a:rPr lang="en-US" altLang="ko-KR" err="1">
                <a:ea typeface="Calibri"/>
                <a:cs typeface="Calibri"/>
              </a:rPr>
              <a:t>네트워크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라이브러리의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세션에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대한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관리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코드의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일부임</a:t>
            </a:r>
            <a:r>
              <a:rPr lang="en-US" altLang="ko-KR">
                <a:ea typeface="Calibri"/>
                <a:cs typeface="Calibri"/>
              </a:rPr>
              <a:t>. </a:t>
            </a:r>
            <a:r>
              <a:rPr lang="en-US" altLang="ko-KR" err="1">
                <a:ea typeface="Calibri"/>
                <a:cs typeface="Calibri"/>
              </a:rPr>
              <a:t>세션을</a:t>
            </a:r>
            <a:r>
              <a:rPr lang="en-US" altLang="ko-KR">
                <a:ea typeface="Calibri"/>
                <a:cs typeface="Calibri"/>
              </a:rPr>
              <a:t> accept </a:t>
            </a:r>
            <a:r>
              <a:rPr lang="en-US" altLang="ko-KR" err="1">
                <a:ea typeface="Calibri"/>
                <a:cs typeface="Calibri"/>
              </a:rPr>
              <a:t>스레드에서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초기화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할때는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소켓</a:t>
            </a:r>
            <a:r>
              <a:rPr lang="en-US" altLang="ko-KR">
                <a:ea typeface="Calibri"/>
                <a:cs typeface="Calibri"/>
              </a:rPr>
              <a:t>, </a:t>
            </a:r>
            <a:r>
              <a:rPr lang="en-US" altLang="ko-KR" err="1">
                <a:ea typeface="Calibri"/>
                <a:cs typeface="Calibri"/>
              </a:rPr>
              <a:t>세션ID</a:t>
            </a:r>
            <a:r>
              <a:rPr lang="en-US" altLang="ko-KR">
                <a:ea typeface="Calibri"/>
                <a:cs typeface="Calibri"/>
              </a:rPr>
              <a:t>, </a:t>
            </a:r>
            <a:r>
              <a:rPr lang="en-US" altLang="ko-KR" err="1">
                <a:ea typeface="Calibri"/>
                <a:cs typeface="Calibri"/>
              </a:rPr>
              <a:t>msgCnt</a:t>
            </a:r>
            <a:r>
              <a:rPr lang="en-US" altLang="ko-KR">
                <a:ea typeface="Calibri"/>
                <a:cs typeface="Calibri"/>
              </a:rPr>
              <a:t>, </a:t>
            </a:r>
            <a:r>
              <a:rPr lang="en-US" altLang="ko-KR" err="1">
                <a:ea typeface="Calibri"/>
                <a:cs typeface="Calibri"/>
              </a:rPr>
              <a:t>송수신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큐를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초기화하고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세션을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사용하니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참조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카운트를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올리고</a:t>
            </a:r>
            <a:r>
              <a:rPr lang="en-US" altLang="ko-KR">
                <a:ea typeface="Calibri"/>
                <a:cs typeface="Calibri"/>
              </a:rPr>
              <a:t> send </a:t>
            </a:r>
            <a:r>
              <a:rPr lang="en-US" altLang="ko-KR" err="1">
                <a:ea typeface="Calibri"/>
                <a:cs typeface="Calibri"/>
              </a:rPr>
              <a:t>플래그를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끄고</a:t>
            </a:r>
            <a:r>
              <a:rPr lang="en-US" altLang="ko-KR">
                <a:ea typeface="Calibri"/>
                <a:cs typeface="Calibri"/>
              </a:rPr>
              <a:t>, disconnect </a:t>
            </a:r>
            <a:r>
              <a:rPr lang="en-US" altLang="ko-KR" err="1">
                <a:ea typeface="Calibri"/>
                <a:cs typeface="Calibri"/>
              </a:rPr>
              <a:t>flag도</a:t>
            </a:r>
            <a:r>
              <a:rPr lang="en-US" altLang="ko-KR">
                <a:ea typeface="Calibri"/>
                <a:cs typeface="Calibri"/>
              </a:rPr>
              <a:t> 끔. </a:t>
            </a:r>
            <a:r>
              <a:rPr lang="en-US" altLang="ko-KR" err="1">
                <a:ea typeface="Calibri"/>
                <a:cs typeface="Calibri"/>
              </a:rPr>
              <a:t>이를</a:t>
            </a:r>
            <a:r>
              <a:rPr lang="en-US" altLang="ko-KR">
                <a:ea typeface="Calibri"/>
                <a:cs typeface="Calibri"/>
              </a:rPr>
              <a:t> 다 </a:t>
            </a:r>
            <a:r>
              <a:rPr lang="en-US" altLang="ko-KR" err="1">
                <a:ea typeface="Calibri"/>
                <a:cs typeface="Calibri"/>
              </a:rPr>
              <a:t>완료하면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최종적으로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release플래그를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꺼서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초기화가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완료됨을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표현함</a:t>
            </a:r>
            <a:r>
              <a:rPr lang="en-US" altLang="ko-KR">
                <a:ea typeface="Calibri"/>
                <a:cs typeface="Calibri"/>
              </a:rPr>
              <a:t>.</a:t>
            </a:r>
          </a:p>
          <a:p>
            <a:pPr marL="171450" indent="-171450">
              <a:buFont typeface="Calibri"/>
              <a:buChar char="-"/>
            </a:pPr>
            <a:r>
              <a:rPr lang="en-US" altLang="ko-KR" err="1">
                <a:ea typeface="Calibri"/>
                <a:cs typeface="Calibri"/>
              </a:rPr>
              <a:t>세션을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사용하는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SendPacket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함수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내부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구조임</a:t>
            </a:r>
            <a:r>
              <a:rPr lang="en-US" altLang="ko-KR">
                <a:ea typeface="Calibri"/>
                <a:cs typeface="Calibri"/>
              </a:rPr>
              <a:t>. </a:t>
            </a:r>
            <a:r>
              <a:rPr lang="en-US" altLang="ko-KR" err="1">
                <a:ea typeface="Calibri"/>
                <a:cs typeface="Calibri"/>
              </a:rPr>
              <a:t>우선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매개인자로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받은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세션key를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통해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세션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배열의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index를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구하여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세션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구조체를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얻음</a:t>
            </a:r>
            <a:r>
              <a:rPr lang="en-US" altLang="ko-KR">
                <a:ea typeface="Calibri"/>
                <a:cs typeface="Calibri"/>
              </a:rPr>
              <a:t>. 그 </a:t>
            </a:r>
            <a:r>
              <a:rPr lang="en-US" altLang="ko-KR" err="1">
                <a:ea typeface="Calibri"/>
                <a:cs typeface="Calibri"/>
              </a:rPr>
              <a:t>다음</a:t>
            </a:r>
            <a:r>
              <a:rPr lang="en-US" altLang="ko-KR">
                <a:ea typeface="Calibri"/>
                <a:cs typeface="Calibri"/>
              </a:rPr>
              <a:t> 이 </a:t>
            </a:r>
            <a:r>
              <a:rPr lang="en-US" altLang="ko-KR" err="1">
                <a:ea typeface="Calibri"/>
                <a:cs typeface="Calibri"/>
              </a:rPr>
              <a:t>세션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구조체의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유효성을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판단하기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위해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SessionInvalid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함수를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호출하여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세션의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참조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카운트를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올려서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사용함을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알리고</a:t>
            </a:r>
            <a:r>
              <a:rPr lang="en-US" altLang="ko-KR">
                <a:ea typeface="Calibri"/>
                <a:cs typeface="Calibri"/>
              </a:rPr>
              <a:t> Release </a:t>
            </a:r>
            <a:r>
              <a:rPr lang="en-US" altLang="ko-KR" err="1">
                <a:ea typeface="Calibri"/>
                <a:cs typeface="Calibri"/>
              </a:rPr>
              <a:t>플래그가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켜진것을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체크하여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세션이</a:t>
            </a:r>
            <a:r>
              <a:rPr lang="en-US" altLang="ko-KR">
                <a:ea typeface="Calibri"/>
                <a:cs typeface="Calibri"/>
              </a:rPr>
              <a:t> Release </a:t>
            </a:r>
            <a:r>
              <a:rPr lang="en-US" altLang="ko-KR" err="1">
                <a:ea typeface="Calibri"/>
                <a:cs typeface="Calibri"/>
              </a:rPr>
              <a:t>중인지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체크함</a:t>
            </a:r>
            <a:r>
              <a:rPr lang="en-US" altLang="ko-KR">
                <a:ea typeface="Calibri"/>
                <a:cs typeface="Calibri"/>
              </a:rPr>
              <a:t>. 그 </a:t>
            </a:r>
            <a:r>
              <a:rPr lang="en-US" altLang="ko-KR" err="1">
                <a:ea typeface="Calibri"/>
                <a:cs typeface="Calibri"/>
              </a:rPr>
              <a:t>다음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네트워크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라이브러리와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컨텐츠가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분리된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형태라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컨텐츠가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받은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세션key가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유효하지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않은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세션key일</a:t>
            </a:r>
            <a:r>
              <a:rPr lang="en-US" altLang="ko-KR">
                <a:ea typeface="Calibri"/>
                <a:cs typeface="Calibri"/>
              </a:rPr>
              <a:t> 수 </a:t>
            </a:r>
            <a:r>
              <a:rPr lang="en-US" altLang="ko-KR" err="1">
                <a:ea typeface="Calibri"/>
                <a:cs typeface="Calibri"/>
              </a:rPr>
              <a:t>있음</a:t>
            </a:r>
            <a:r>
              <a:rPr lang="en-US" altLang="ko-KR">
                <a:ea typeface="Calibri"/>
                <a:cs typeface="Calibri"/>
              </a:rPr>
              <a:t>. </a:t>
            </a:r>
            <a:r>
              <a:rPr lang="en-US" altLang="ko-KR" err="1">
                <a:ea typeface="Calibri"/>
                <a:cs typeface="Calibri"/>
              </a:rPr>
              <a:t>예를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들어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현재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채팅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서버의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경우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싱글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스레드로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작동하는데</a:t>
            </a:r>
            <a:r>
              <a:rPr lang="en-US" altLang="ko-KR">
                <a:ea typeface="Calibri"/>
                <a:cs typeface="Calibri"/>
              </a:rPr>
              <a:t> Release </a:t>
            </a:r>
            <a:r>
              <a:rPr lang="en-US" altLang="ko-KR" err="1">
                <a:ea typeface="Calibri"/>
                <a:cs typeface="Calibri"/>
              </a:rPr>
              <a:t>처리할</a:t>
            </a:r>
            <a:r>
              <a:rPr lang="en-US" altLang="ko-KR">
                <a:ea typeface="Calibri"/>
                <a:cs typeface="Calibri"/>
              </a:rPr>
              <a:t> 때 </a:t>
            </a:r>
            <a:r>
              <a:rPr lang="en-US" altLang="ko-KR" err="1">
                <a:ea typeface="Calibri"/>
                <a:cs typeface="Calibri"/>
              </a:rPr>
              <a:t>OnClientLeave가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호출되면</a:t>
            </a:r>
            <a:r>
              <a:rPr lang="en-US" altLang="ko-KR">
                <a:ea typeface="Calibri"/>
                <a:cs typeface="Calibri"/>
              </a:rPr>
              <a:t> Update </a:t>
            </a:r>
            <a:r>
              <a:rPr lang="en-US" altLang="ko-KR" err="1">
                <a:ea typeface="Calibri"/>
                <a:cs typeface="Calibri"/>
              </a:rPr>
              <a:t>스레드에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Job을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던짐</a:t>
            </a:r>
            <a:r>
              <a:rPr lang="en-US" altLang="ko-KR">
                <a:ea typeface="Calibri"/>
                <a:cs typeface="Calibri"/>
              </a:rPr>
              <a:t>. </a:t>
            </a:r>
            <a:r>
              <a:rPr lang="en-US" altLang="ko-KR" err="1">
                <a:ea typeface="Calibri"/>
                <a:cs typeface="Calibri"/>
              </a:rPr>
              <a:t>그러면</a:t>
            </a:r>
            <a:r>
              <a:rPr lang="en-US" altLang="ko-KR">
                <a:ea typeface="Calibri"/>
                <a:cs typeface="Calibri"/>
              </a:rPr>
              <a:t> 그 </a:t>
            </a:r>
            <a:r>
              <a:rPr lang="en-US" altLang="ko-KR" err="1">
                <a:ea typeface="Calibri"/>
                <a:cs typeface="Calibri"/>
              </a:rPr>
              <a:t>스레드가</a:t>
            </a:r>
            <a:r>
              <a:rPr lang="en-US" altLang="ko-KR">
                <a:ea typeface="Calibri"/>
                <a:cs typeface="Calibri"/>
              </a:rPr>
              <a:t> 그 </a:t>
            </a:r>
            <a:r>
              <a:rPr lang="en-US" altLang="ko-KR" err="1">
                <a:ea typeface="Calibri"/>
                <a:cs typeface="Calibri"/>
              </a:rPr>
              <a:t>Job을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처리하기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전에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네트워크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라이브러리의</a:t>
            </a:r>
            <a:r>
              <a:rPr lang="en-US" altLang="ko-KR">
                <a:ea typeface="Calibri"/>
                <a:cs typeface="Calibri"/>
              </a:rPr>
              <a:t> accept </a:t>
            </a:r>
            <a:r>
              <a:rPr lang="en-US" altLang="ko-KR" err="1">
                <a:ea typeface="Calibri"/>
                <a:cs typeface="Calibri"/>
              </a:rPr>
              <a:t>스레드에서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해당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세션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구조체를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재사용할</a:t>
            </a:r>
            <a:r>
              <a:rPr lang="en-US" altLang="ko-KR">
                <a:ea typeface="Calibri"/>
                <a:cs typeface="Calibri"/>
              </a:rPr>
              <a:t> 수 </a:t>
            </a:r>
            <a:r>
              <a:rPr lang="en-US" altLang="ko-KR" err="1">
                <a:ea typeface="Calibri"/>
                <a:cs typeface="Calibri"/>
              </a:rPr>
              <a:t>있고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재사용했는데</a:t>
            </a:r>
            <a:r>
              <a:rPr lang="en-US" altLang="ko-KR">
                <a:ea typeface="Calibri"/>
                <a:cs typeface="Calibri"/>
              </a:rPr>
              <a:t> Update </a:t>
            </a:r>
            <a:r>
              <a:rPr lang="en-US" altLang="ko-KR" err="1">
                <a:ea typeface="Calibri"/>
                <a:cs typeface="Calibri"/>
              </a:rPr>
              <a:t>스레드에서는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과거의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세션에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대해서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SendPacket을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하는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경우도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생길</a:t>
            </a:r>
            <a:r>
              <a:rPr lang="en-US" altLang="ko-KR">
                <a:ea typeface="Calibri"/>
                <a:cs typeface="Calibri"/>
              </a:rPr>
              <a:t> 수 </a:t>
            </a:r>
            <a:r>
              <a:rPr lang="en-US" altLang="ko-KR" err="1">
                <a:ea typeface="Calibri"/>
                <a:cs typeface="Calibri"/>
              </a:rPr>
              <a:t>있음</a:t>
            </a:r>
            <a:r>
              <a:rPr lang="en-US" altLang="ko-KR">
                <a:ea typeface="Calibri"/>
                <a:cs typeface="Calibri"/>
              </a:rPr>
              <a:t>. </a:t>
            </a:r>
            <a:r>
              <a:rPr lang="en-US" altLang="ko-KR" err="1">
                <a:ea typeface="Calibri"/>
                <a:cs typeface="Calibri"/>
              </a:rPr>
              <a:t>그래서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세션ID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체크를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통해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바라보던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세션이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맞는지를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체크해줘야</a:t>
            </a:r>
            <a:r>
              <a:rPr lang="en-US" altLang="ko-KR">
                <a:ea typeface="Calibri"/>
                <a:cs typeface="Calibri"/>
              </a:rPr>
              <a:t> 함.</a:t>
            </a:r>
          </a:p>
          <a:p>
            <a:pPr marL="171450" indent="-171450">
              <a:buFont typeface="Calibri"/>
              <a:buChar char="-"/>
            </a:pPr>
            <a:r>
              <a:rPr lang="en-US" altLang="ko-KR" err="1">
                <a:ea typeface="Calibri"/>
                <a:cs typeface="Calibri"/>
              </a:rPr>
              <a:t>세션을</a:t>
            </a:r>
            <a:r>
              <a:rPr lang="en-US" altLang="ko-KR">
                <a:ea typeface="Calibri"/>
                <a:cs typeface="Calibri"/>
              </a:rPr>
              <a:t> 다 </a:t>
            </a:r>
            <a:r>
              <a:rPr lang="en-US" altLang="ko-KR" err="1">
                <a:ea typeface="Calibri"/>
                <a:cs typeface="Calibri"/>
              </a:rPr>
              <a:t>썼으면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이제</a:t>
            </a:r>
            <a:r>
              <a:rPr lang="en-US" altLang="ko-KR">
                <a:ea typeface="Calibri"/>
                <a:cs typeface="Calibri"/>
              </a:rPr>
              <a:t> Release </a:t>
            </a:r>
            <a:r>
              <a:rPr lang="en-US" altLang="ko-KR" err="1">
                <a:ea typeface="Calibri"/>
                <a:cs typeface="Calibri"/>
              </a:rPr>
              <a:t>처리를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통해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세션을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반납해야</a:t>
            </a:r>
            <a:r>
              <a:rPr lang="en-US" altLang="ko-KR">
                <a:ea typeface="Calibri"/>
                <a:cs typeface="Calibri"/>
              </a:rPr>
              <a:t> 함. </a:t>
            </a:r>
            <a:r>
              <a:rPr lang="en-US" altLang="ko-KR" err="1">
                <a:ea typeface="Calibri"/>
                <a:cs typeface="Calibri"/>
              </a:rPr>
              <a:t>우선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SendPost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내부에서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SendQ에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있는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직렬화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버퍼를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SendArray에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담아두는데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이걸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WSASend할때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배열로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묶어서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송신함</a:t>
            </a:r>
            <a:r>
              <a:rPr lang="en-US" altLang="ko-KR">
                <a:ea typeface="Calibri"/>
                <a:cs typeface="Calibri"/>
              </a:rPr>
              <a:t>. </a:t>
            </a:r>
            <a:r>
              <a:rPr lang="en-US" altLang="ko-KR" err="1">
                <a:ea typeface="Calibri"/>
                <a:cs typeface="Calibri"/>
              </a:rPr>
              <a:t>근데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wsasend할때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오류나서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바로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release가</a:t>
            </a:r>
            <a:r>
              <a:rPr lang="en-US" altLang="ko-KR">
                <a:ea typeface="Calibri"/>
                <a:cs typeface="Calibri"/>
              </a:rPr>
              <a:t> 될 수 </a:t>
            </a:r>
            <a:r>
              <a:rPr lang="en-US" altLang="ko-KR" err="1">
                <a:ea typeface="Calibri"/>
                <a:cs typeface="Calibri"/>
              </a:rPr>
              <a:t>있음</a:t>
            </a:r>
            <a:r>
              <a:rPr lang="en-US" altLang="ko-KR">
                <a:ea typeface="Calibri"/>
                <a:cs typeface="Calibri"/>
              </a:rPr>
              <a:t>. </a:t>
            </a:r>
            <a:r>
              <a:rPr lang="en-US" altLang="ko-KR" err="1">
                <a:ea typeface="Calibri"/>
                <a:cs typeface="Calibri"/>
              </a:rPr>
              <a:t>그러니</a:t>
            </a:r>
            <a:r>
              <a:rPr lang="en-US" altLang="ko-KR">
                <a:ea typeface="Calibri"/>
                <a:cs typeface="Calibri"/>
              </a:rPr>
              <a:t> send </a:t>
            </a:r>
            <a:r>
              <a:rPr lang="en-US" altLang="ko-KR" err="1">
                <a:ea typeface="Calibri"/>
                <a:cs typeface="Calibri"/>
              </a:rPr>
              <a:t>완료통지가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오지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않아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sendarray에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있는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직렬화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버퍼를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반납해줘야</a:t>
            </a:r>
            <a:r>
              <a:rPr lang="en-US" altLang="ko-KR">
                <a:ea typeface="Calibri"/>
                <a:cs typeface="Calibri"/>
              </a:rPr>
              <a:t> 함. </a:t>
            </a:r>
            <a:r>
              <a:rPr lang="en-US" altLang="ko-KR" err="1">
                <a:ea typeface="Calibri"/>
                <a:cs typeface="Calibri"/>
              </a:rPr>
              <a:t>그리고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sendpacket을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호출할때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sendQ에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직렬화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버퍼를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넣었지만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sendpacket에서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release가</a:t>
            </a:r>
            <a:r>
              <a:rPr lang="en-US" altLang="ko-KR">
                <a:ea typeface="Calibri"/>
                <a:cs typeface="Calibri"/>
              </a:rPr>
              <a:t> 될 수 </a:t>
            </a:r>
            <a:r>
              <a:rPr lang="en-US" altLang="ko-KR" err="1">
                <a:ea typeface="Calibri"/>
                <a:cs typeface="Calibri"/>
              </a:rPr>
              <a:t>있음</a:t>
            </a:r>
            <a:r>
              <a:rPr lang="en-US" altLang="ko-KR">
                <a:ea typeface="Calibri"/>
                <a:cs typeface="Calibri"/>
              </a:rPr>
              <a:t>. </a:t>
            </a:r>
            <a:r>
              <a:rPr lang="en-US" altLang="ko-KR" err="1">
                <a:ea typeface="Calibri"/>
                <a:cs typeface="Calibri"/>
              </a:rPr>
              <a:t>Release는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언제든</a:t>
            </a:r>
            <a:r>
              <a:rPr lang="en-US" altLang="ko-KR">
                <a:ea typeface="Calibri"/>
                <a:cs typeface="Calibri"/>
              </a:rPr>
              <a:t> 될 수 </a:t>
            </a:r>
            <a:r>
              <a:rPr lang="en-US" altLang="ko-KR" err="1">
                <a:ea typeface="Calibri"/>
                <a:cs typeface="Calibri"/>
              </a:rPr>
              <a:t>있음</a:t>
            </a:r>
            <a:r>
              <a:rPr lang="en-US" altLang="ko-KR">
                <a:ea typeface="Calibri"/>
                <a:cs typeface="Calibri"/>
              </a:rPr>
              <a:t>. </a:t>
            </a:r>
            <a:r>
              <a:rPr lang="en-US" altLang="ko-KR" err="1">
                <a:ea typeface="Calibri"/>
                <a:cs typeface="Calibri"/>
              </a:rPr>
              <a:t>그래서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SendPacket에서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Release되면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SendQ에</a:t>
            </a:r>
            <a:r>
              <a:rPr lang="en-US" altLang="ko-KR">
                <a:ea typeface="Calibri"/>
                <a:cs typeface="Calibri"/>
              </a:rPr>
              <a:t> 있는 직렬화 </a:t>
            </a:r>
            <a:r>
              <a:rPr lang="en-US" altLang="ko-KR" err="1">
                <a:ea typeface="Calibri"/>
                <a:cs typeface="Calibri"/>
              </a:rPr>
              <a:t>버퍼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반납해야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하니</a:t>
            </a:r>
            <a:r>
              <a:rPr lang="en-US" altLang="ko-KR">
                <a:ea typeface="Calibri"/>
                <a:cs typeface="Calibri"/>
              </a:rPr>
              <a:t> 그 </a:t>
            </a:r>
            <a:r>
              <a:rPr lang="en-US" altLang="ko-KR" err="1">
                <a:ea typeface="Calibri"/>
                <a:cs typeface="Calibri"/>
              </a:rPr>
              <a:t>처리를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해야</a:t>
            </a:r>
            <a:r>
              <a:rPr lang="en-US" altLang="ko-KR">
                <a:ea typeface="Calibri"/>
                <a:cs typeface="Calibri"/>
              </a:rPr>
              <a:t> 함. 그 </a:t>
            </a:r>
            <a:r>
              <a:rPr lang="en-US" altLang="ko-KR" err="1">
                <a:ea typeface="Calibri"/>
                <a:cs typeface="Calibri"/>
              </a:rPr>
              <a:t>다음에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OnClientLeave를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호출하여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컨텐츠에게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알려줌</a:t>
            </a:r>
            <a:r>
              <a:rPr lang="en-US" altLang="ko-KR">
                <a:ea typeface="Calibri"/>
                <a:cs typeface="Calibri"/>
              </a:rPr>
              <a:t>. </a:t>
            </a:r>
            <a:r>
              <a:rPr lang="en-US" altLang="ko-KR" err="1">
                <a:ea typeface="Calibri"/>
                <a:cs typeface="Calibri"/>
              </a:rPr>
              <a:t>마지막으로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해당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세션index를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락프리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스택에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push함</a:t>
            </a:r>
            <a:r>
              <a:rPr lang="en-US" altLang="ko-KR">
                <a:ea typeface="Calibri"/>
                <a:cs typeface="Calibri"/>
              </a:rPr>
              <a:t>.</a:t>
            </a:r>
          </a:p>
          <a:p>
            <a:pPr marL="171450" indent="-171450">
              <a:buFont typeface="Calibri"/>
              <a:buChar char="-"/>
            </a:pPr>
            <a:endParaRPr lang="en-US" altLang="ko-KR">
              <a:ea typeface="Calibri"/>
              <a:cs typeface="Calibri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CDE012-9E2E-4477-8B5C-4E7D4E9BCBA6}" type="slidenum">
              <a:rPr lang="en-US" noProof="0" smtClean="0"/>
              <a:t>6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5707735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BD35EA-3AC4-2160-1683-7FE22A5CB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049D078-FCC5-FC70-E21A-7A7ECF7266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AEE32DB-22A5-F9F6-923C-8E3B381000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>
                <a:ea typeface="Calibri"/>
                <a:cs typeface="Calibri"/>
              </a:rPr>
              <a:t>&lt;</a:t>
            </a:r>
            <a:r>
              <a:rPr lang="en-US" altLang="ko-KR" err="1">
                <a:ea typeface="Calibri"/>
                <a:cs typeface="Calibri"/>
              </a:rPr>
              <a:t>대본</a:t>
            </a:r>
            <a:r>
              <a:rPr lang="en-US" altLang="ko-KR">
                <a:ea typeface="Calibri"/>
                <a:cs typeface="Calibri"/>
              </a:rPr>
              <a:t>&gt;</a:t>
            </a:r>
          </a:p>
          <a:p>
            <a:pPr marL="171450" indent="-171450">
              <a:buFont typeface="Calibri"/>
              <a:buChar char="-"/>
            </a:pPr>
            <a:r>
              <a:rPr lang="en-US" altLang="ko-KR" err="1">
                <a:ea typeface="Calibri"/>
                <a:cs typeface="Calibri"/>
              </a:rPr>
              <a:t>네트워크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라이브러리의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세션에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대한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관리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코드의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일부임</a:t>
            </a:r>
            <a:r>
              <a:rPr lang="en-US" altLang="ko-KR">
                <a:ea typeface="Calibri"/>
                <a:cs typeface="Calibri"/>
              </a:rPr>
              <a:t>. </a:t>
            </a:r>
            <a:r>
              <a:rPr lang="en-US" altLang="ko-KR" err="1">
                <a:ea typeface="Calibri"/>
                <a:cs typeface="Calibri"/>
              </a:rPr>
              <a:t>세션을</a:t>
            </a:r>
            <a:r>
              <a:rPr lang="en-US" altLang="ko-KR">
                <a:ea typeface="Calibri"/>
                <a:cs typeface="Calibri"/>
              </a:rPr>
              <a:t> accept </a:t>
            </a:r>
            <a:r>
              <a:rPr lang="en-US" altLang="ko-KR" err="1">
                <a:ea typeface="Calibri"/>
                <a:cs typeface="Calibri"/>
              </a:rPr>
              <a:t>스레드에서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초기화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할때는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소켓</a:t>
            </a:r>
            <a:r>
              <a:rPr lang="en-US" altLang="ko-KR">
                <a:ea typeface="Calibri"/>
                <a:cs typeface="Calibri"/>
              </a:rPr>
              <a:t>, </a:t>
            </a:r>
            <a:r>
              <a:rPr lang="en-US" altLang="ko-KR" err="1">
                <a:ea typeface="Calibri"/>
                <a:cs typeface="Calibri"/>
              </a:rPr>
              <a:t>세션ID</a:t>
            </a:r>
            <a:r>
              <a:rPr lang="en-US" altLang="ko-KR">
                <a:ea typeface="Calibri"/>
                <a:cs typeface="Calibri"/>
              </a:rPr>
              <a:t>, </a:t>
            </a:r>
            <a:r>
              <a:rPr lang="en-US" altLang="ko-KR" err="1">
                <a:ea typeface="Calibri"/>
                <a:cs typeface="Calibri"/>
              </a:rPr>
              <a:t>msgCnt</a:t>
            </a:r>
            <a:r>
              <a:rPr lang="en-US" altLang="ko-KR">
                <a:ea typeface="Calibri"/>
                <a:cs typeface="Calibri"/>
              </a:rPr>
              <a:t>, </a:t>
            </a:r>
            <a:r>
              <a:rPr lang="en-US" altLang="ko-KR" err="1">
                <a:ea typeface="Calibri"/>
                <a:cs typeface="Calibri"/>
              </a:rPr>
              <a:t>송수신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큐를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초기화하고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세션을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사용하니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참조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카운트를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올리고</a:t>
            </a:r>
            <a:r>
              <a:rPr lang="en-US" altLang="ko-KR">
                <a:ea typeface="Calibri"/>
                <a:cs typeface="Calibri"/>
              </a:rPr>
              <a:t> send </a:t>
            </a:r>
            <a:r>
              <a:rPr lang="en-US" altLang="ko-KR" err="1">
                <a:ea typeface="Calibri"/>
                <a:cs typeface="Calibri"/>
              </a:rPr>
              <a:t>플래그를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끄고</a:t>
            </a:r>
            <a:r>
              <a:rPr lang="en-US" altLang="ko-KR">
                <a:ea typeface="Calibri"/>
                <a:cs typeface="Calibri"/>
              </a:rPr>
              <a:t>, disconnect </a:t>
            </a:r>
            <a:r>
              <a:rPr lang="en-US" altLang="ko-KR" err="1">
                <a:ea typeface="Calibri"/>
                <a:cs typeface="Calibri"/>
              </a:rPr>
              <a:t>flag도</a:t>
            </a:r>
            <a:r>
              <a:rPr lang="en-US" altLang="ko-KR">
                <a:ea typeface="Calibri"/>
                <a:cs typeface="Calibri"/>
              </a:rPr>
              <a:t> 끔. </a:t>
            </a:r>
            <a:r>
              <a:rPr lang="en-US" altLang="ko-KR" err="1">
                <a:ea typeface="Calibri"/>
                <a:cs typeface="Calibri"/>
              </a:rPr>
              <a:t>이를</a:t>
            </a:r>
            <a:r>
              <a:rPr lang="en-US" altLang="ko-KR">
                <a:ea typeface="Calibri"/>
                <a:cs typeface="Calibri"/>
              </a:rPr>
              <a:t> 다 </a:t>
            </a:r>
            <a:r>
              <a:rPr lang="en-US" altLang="ko-KR" err="1">
                <a:ea typeface="Calibri"/>
                <a:cs typeface="Calibri"/>
              </a:rPr>
              <a:t>완료하면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최종적으로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release플래그를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꺼서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초기화가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완료됨을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표현함</a:t>
            </a:r>
            <a:r>
              <a:rPr lang="en-US" altLang="ko-KR">
                <a:ea typeface="Calibri"/>
                <a:cs typeface="Calibri"/>
              </a:rPr>
              <a:t>.</a:t>
            </a:r>
          </a:p>
          <a:p>
            <a:pPr marL="171450" indent="-171450">
              <a:buFont typeface="Calibri"/>
              <a:buChar char="-"/>
            </a:pPr>
            <a:r>
              <a:rPr lang="en-US" altLang="ko-KR" err="1">
                <a:ea typeface="Calibri"/>
                <a:cs typeface="Calibri"/>
              </a:rPr>
              <a:t>세션을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사용하는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SendPacket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함수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내부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구조임</a:t>
            </a:r>
            <a:r>
              <a:rPr lang="en-US" altLang="ko-KR">
                <a:ea typeface="Calibri"/>
                <a:cs typeface="Calibri"/>
              </a:rPr>
              <a:t>. </a:t>
            </a:r>
            <a:r>
              <a:rPr lang="en-US" altLang="ko-KR" err="1">
                <a:ea typeface="Calibri"/>
                <a:cs typeface="Calibri"/>
              </a:rPr>
              <a:t>우선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매개인자로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받은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세션key를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통해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세션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배열의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index를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구하여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세션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구조체를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얻음</a:t>
            </a:r>
            <a:r>
              <a:rPr lang="en-US" altLang="ko-KR">
                <a:ea typeface="Calibri"/>
                <a:cs typeface="Calibri"/>
              </a:rPr>
              <a:t>. 그 </a:t>
            </a:r>
            <a:r>
              <a:rPr lang="en-US" altLang="ko-KR" err="1">
                <a:ea typeface="Calibri"/>
                <a:cs typeface="Calibri"/>
              </a:rPr>
              <a:t>다음</a:t>
            </a:r>
            <a:r>
              <a:rPr lang="en-US" altLang="ko-KR">
                <a:ea typeface="Calibri"/>
                <a:cs typeface="Calibri"/>
              </a:rPr>
              <a:t> 이 </a:t>
            </a:r>
            <a:r>
              <a:rPr lang="en-US" altLang="ko-KR" err="1">
                <a:ea typeface="Calibri"/>
                <a:cs typeface="Calibri"/>
              </a:rPr>
              <a:t>세션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구조체의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유효성을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판단하기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위해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SessionInvalid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함수를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호출하여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세션의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참조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카운트를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올려서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사용함을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알리고</a:t>
            </a:r>
            <a:r>
              <a:rPr lang="en-US" altLang="ko-KR">
                <a:ea typeface="Calibri"/>
                <a:cs typeface="Calibri"/>
              </a:rPr>
              <a:t> Release </a:t>
            </a:r>
            <a:r>
              <a:rPr lang="en-US" altLang="ko-KR" err="1">
                <a:ea typeface="Calibri"/>
                <a:cs typeface="Calibri"/>
              </a:rPr>
              <a:t>플래그가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켜진것을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체크하여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세션이</a:t>
            </a:r>
            <a:r>
              <a:rPr lang="en-US" altLang="ko-KR">
                <a:ea typeface="Calibri"/>
                <a:cs typeface="Calibri"/>
              </a:rPr>
              <a:t> Release </a:t>
            </a:r>
            <a:r>
              <a:rPr lang="en-US" altLang="ko-KR" err="1">
                <a:ea typeface="Calibri"/>
                <a:cs typeface="Calibri"/>
              </a:rPr>
              <a:t>중인지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체크함</a:t>
            </a:r>
            <a:r>
              <a:rPr lang="en-US" altLang="ko-KR">
                <a:ea typeface="Calibri"/>
                <a:cs typeface="Calibri"/>
              </a:rPr>
              <a:t>. 그 </a:t>
            </a:r>
            <a:r>
              <a:rPr lang="en-US" altLang="ko-KR" err="1">
                <a:ea typeface="Calibri"/>
                <a:cs typeface="Calibri"/>
              </a:rPr>
              <a:t>다음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네트워크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라이브러리와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컨텐츠가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분리된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형태라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컨텐츠가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받은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세션key가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유효하지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않은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세션key일</a:t>
            </a:r>
            <a:r>
              <a:rPr lang="en-US" altLang="ko-KR">
                <a:ea typeface="Calibri"/>
                <a:cs typeface="Calibri"/>
              </a:rPr>
              <a:t> 수 </a:t>
            </a:r>
            <a:r>
              <a:rPr lang="en-US" altLang="ko-KR" err="1">
                <a:ea typeface="Calibri"/>
                <a:cs typeface="Calibri"/>
              </a:rPr>
              <a:t>있음</a:t>
            </a:r>
            <a:r>
              <a:rPr lang="en-US" altLang="ko-KR">
                <a:ea typeface="Calibri"/>
                <a:cs typeface="Calibri"/>
              </a:rPr>
              <a:t>. </a:t>
            </a:r>
            <a:r>
              <a:rPr lang="en-US" altLang="ko-KR" err="1">
                <a:ea typeface="Calibri"/>
                <a:cs typeface="Calibri"/>
              </a:rPr>
              <a:t>예를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들어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현재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채팅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서버의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경우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싱글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스레드로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작동하는데</a:t>
            </a:r>
            <a:r>
              <a:rPr lang="en-US" altLang="ko-KR">
                <a:ea typeface="Calibri"/>
                <a:cs typeface="Calibri"/>
              </a:rPr>
              <a:t> Release </a:t>
            </a:r>
            <a:r>
              <a:rPr lang="en-US" altLang="ko-KR" err="1">
                <a:ea typeface="Calibri"/>
                <a:cs typeface="Calibri"/>
              </a:rPr>
              <a:t>처리할</a:t>
            </a:r>
            <a:r>
              <a:rPr lang="en-US" altLang="ko-KR">
                <a:ea typeface="Calibri"/>
                <a:cs typeface="Calibri"/>
              </a:rPr>
              <a:t> 때 </a:t>
            </a:r>
            <a:r>
              <a:rPr lang="en-US" altLang="ko-KR" err="1">
                <a:ea typeface="Calibri"/>
                <a:cs typeface="Calibri"/>
              </a:rPr>
              <a:t>OnClientLeave가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호출되면</a:t>
            </a:r>
            <a:r>
              <a:rPr lang="en-US" altLang="ko-KR">
                <a:ea typeface="Calibri"/>
                <a:cs typeface="Calibri"/>
              </a:rPr>
              <a:t> Update </a:t>
            </a:r>
            <a:r>
              <a:rPr lang="en-US" altLang="ko-KR" err="1">
                <a:ea typeface="Calibri"/>
                <a:cs typeface="Calibri"/>
              </a:rPr>
              <a:t>스레드에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Job을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던짐</a:t>
            </a:r>
            <a:r>
              <a:rPr lang="en-US" altLang="ko-KR">
                <a:ea typeface="Calibri"/>
                <a:cs typeface="Calibri"/>
              </a:rPr>
              <a:t>. </a:t>
            </a:r>
            <a:r>
              <a:rPr lang="en-US" altLang="ko-KR" err="1">
                <a:ea typeface="Calibri"/>
                <a:cs typeface="Calibri"/>
              </a:rPr>
              <a:t>그러면</a:t>
            </a:r>
            <a:r>
              <a:rPr lang="en-US" altLang="ko-KR">
                <a:ea typeface="Calibri"/>
                <a:cs typeface="Calibri"/>
              </a:rPr>
              <a:t> 그 </a:t>
            </a:r>
            <a:r>
              <a:rPr lang="en-US" altLang="ko-KR" err="1">
                <a:ea typeface="Calibri"/>
                <a:cs typeface="Calibri"/>
              </a:rPr>
              <a:t>스레드가</a:t>
            </a:r>
            <a:r>
              <a:rPr lang="en-US" altLang="ko-KR">
                <a:ea typeface="Calibri"/>
                <a:cs typeface="Calibri"/>
              </a:rPr>
              <a:t> 그 </a:t>
            </a:r>
            <a:r>
              <a:rPr lang="en-US" altLang="ko-KR" err="1">
                <a:ea typeface="Calibri"/>
                <a:cs typeface="Calibri"/>
              </a:rPr>
              <a:t>Job을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처리하기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전에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네트워크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라이브러리의</a:t>
            </a:r>
            <a:r>
              <a:rPr lang="en-US" altLang="ko-KR">
                <a:ea typeface="Calibri"/>
                <a:cs typeface="Calibri"/>
              </a:rPr>
              <a:t> accept </a:t>
            </a:r>
            <a:r>
              <a:rPr lang="en-US" altLang="ko-KR" err="1">
                <a:ea typeface="Calibri"/>
                <a:cs typeface="Calibri"/>
              </a:rPr>
              <a:t>스레드에서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해당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세션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구조체를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재사용할</a:t>
            </a:r>
            <a:r>
              <a:rPr lang="en-US" altLang="ko-KR">
                <a:ea typeface="Calibri"/>
                <a:cs typeface="Calibri"/>
              </a:rPr>
              <a:t> 수 </a:t>
            </a:r>
            <a:r>
              <a:rPr lang="en-US" altLang="ko-KR" err="1">
                <a:ea typeface="Calibri"/>
                <a:cs typeface="Calibri"/>
              </a:rPr>
              <a:t>있고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재사용했는데</a:t>
            </a:r>
            <a:r>
              <a:rPr lang="en-US" altLang="ko-KR">
                <a:ea typeface="Calibri"/>
                <a:cs typeface="Calibri"/>
              </a:rPr>
              <a:t> Update </a:t>
            </a:r>
            <a:r>
              <a:rPr lang="en-US" altLang="ko-KR" err="1">
                <a:ea typeface="Calibri"/>
                <a:cs typeface="Calibri"/>
              </a:rPr>
              <a:t>스레드에서는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과거의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세션에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대해서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SendPacket을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하는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경우도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생길</a:t>
            </a:r>
            <a:r>
              <a:rPr lang="en-US" altLang="ko-KR">
                <a:ea typeface="Calibri"/>
                <a:cs typeface="Calibri"/>
              </a:rPr>
              <a:t> 수 </a:t>
            </a:r>
            <a:r>
              <a:rPr lang="en-US" altLang="ko-KR" err="1">
                <a:ea typeface="Calibri"/>
                <a:cs typeface="Calibri"/>
              </a:rPr>
              <a:t>있음</a:t>
            </a:r>
            <a:r>
              <a:rPr lang="en-US" altLang="ko-KR">
                <a:ea typeface="Calibri"/>
                <a:cs typeface="Calibri"/>
              </a:rPr>
              <a:t>. </a:t>
            </a:r>
            <a:r>
              <a:rPr lang="en-US" altLang="ko-KR" err="1">
                <a:ea typeface="Calibri"/>
                <a:cs typeface="Calibri"/>
              </a:rPr>
              <a:t>그래서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세션ID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체크를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통해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바라보던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세션이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맞는지를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체크해줘야</a:t>
            </a:r>
            <a:r>
              <a:rPr lang="en-US" altLang="ko-KR">
                <a:ea typeface="Calibri"/>
                <a:cs typeface="Calibri"/>
              </a:rPr>
              <a:t> 함.</a:t>
            </a:r>
          </a:p>
          <a:p>
            <a:pPr marL="171450" indent="-171450">
              <a:buFont typeface="Calibri"/>
              <a:buChar char="-"/>
            </a:pPr>
            <a:r>
              <a:rPr lang="en-US" altLang="ko-KR" err="1">
                <a:ea typeface="Calibri"/>
                <a:cs typeface="Calibri"/>
              </a:rPr>
              <a:t>세션을</a:t>
            </a:r>
            <a:r>
              <a:rPr lang="en-US" altLang="ko-KR">
                <a:ea typeface="Calibri"/>
                <a:cs typeface="Calibri"/>
              </a:rPr>
              <a:t> 다 </a:t>
            </a:r>
            <a:r>
              <a:rPr lang="en-US" altLang="ko-KR" err="1">
                <a:ea typeface="Calibri"/>
                <a:cs typeface="Calibri"/>
              </a:rPr>
              <a:t>썼으면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이제</a:t>
            </a:r>
            <a:r>
              <a:rPr lang="en-US" altLang="ko-KR">
                <a:ea typeface="Calibri"/>
                <a:cs typeface="Calibri"/>
              </a:rPr>
              <a:t> Release </a:t>
            </a:r>
            <a:r>
              <a:rPr lang="en-US" altLang="ko-KR" err="1">
                <a:ea typeface="Calibri"/>
                <a:cs typeface="Calibri"/>
              </a:rPr>
              <a:t>처리를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통해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세션을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반납해야</a:t>
            </a:r>
            <a:r>
              <a:rPr lang="en-US" altLang="ko-KR">
                <a:ea typeface="Calibri"/>
                <a:cs typeface="Calibri"/>
              </a:rPr>
              <a:t> 함. </a:t>
            </a:r>
            <a:r>
              <a:rPr lang="en-US" altLang="ko-KR" err="1">
                <a:ea typeface="Calibri"/>
                <a:cs typeface="Calibri"/>
              </a:rPr>
              <a:t>우선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SendPost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내부에서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SendQ에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있는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직렬화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버퍼를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SendArray에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담아두는데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이걸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WSASend할때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배열로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묶어서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송신함</a:t>
            </a:r>
            <a:r>
              <a:rPr lang="en-US" altLang="ko-KR">
                <a:ea typeface="Calibri"/>
                <a:cs typeface="Calibri"/>
              </a:rPr>
              <a:t>. </a:t>
            </a:r>
            <a:r>
              <a:rPr lang="en-US" altLang="ko-KR" err="1">
                <a:ea typeface="Calibri"/>
                <a:cs typeface="Calibri"/>
              </a:rPr>
              <a:t>근데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wsasend할때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오류나서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바로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release가</a:t>
            </a:r>
            <a:r>
              <a:rPr lang="en-US" altLang="ko-KR">
                <a:ea typeface="Calibri"/>
                <a:cs typeface="Calibri"/>
              </a:rPr>
              <a:t> 될 수 </a:t>
            </a:r>
            <a:r>
              <a:rPr lang="en-US" altLang="ko-KR" err="1">
                <a:ea typeface="Calibri"/>
                <a:cs typeface="Calibri"/>
              </a:rPr>
              <a:t>있음</a:t>
            </a:r>
            <a:r>
              <a:rPr lang="en-US" altLang="ko-KR">
                <a:ea typeface="Calibri"/>
                <a:cs typeface="Calibri"/>
              </a:rPr>
              <a:t>. </a:t>
            </a:r>
            <a:r>
              <a:rPr lang="en-US" altLang="ko-KR" err="1">
                <a:ea typeface="Calibri"/>
                <a:cs typeface="Calibri"/>
              </a:rPr>
              <a:t>그러니</a:t>
            </a:r>
            <a:r>
              <a:rPr lang="en-US" altLang="ko-KR">
                <a:ea typeface="Calibri"/>
                <a:cs typeface="Calibri"/>
              </a:rPr>
              <a:t> send </a:t>
            </a:r>
            <a:r>
              <a:rPr lang="en-US" altLang="ko-KR" err="1">
                <a:ea typeface="Calibri"/>
                <a:cs typeface="Calibri"/>
              </a:rPr>
              <a:t>완료통지가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오지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않아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sendarray에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있는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직렬화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버퍼를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반납해줘야</a:t>
            </a:r>
            <a:r>
              <a:rPr lang="en-US" altLang="ko-KR">
                <a:ea typeface="Calibri"/>
                <a:cs typeface="Calibri"/>
              </a:rPr>
              <a:t> 함. </a:t>
            </a:r>
            <a:r>
              <a:rPr lang="en-US" altLang="ko-KR" err="1">
                <a:ea typeface="Calibri"/>
                <a:cs typeface="Calibri"/>
              </a:rPr>
              <a:t>그리고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sendpacket을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호출할때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sendQ에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직렬화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버퍼를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넣었지만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sendpacket에서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release가</a:t>
            </a:r>
            <a:r>
              <a:rPr lang="en-US" altLang="ko-KR">
                <a:ea typeface="Calibri"/>
                <a:cs typeface="Calibri"/>
              </a:rPr>
              <a:t> 될 수 </a:t>
            </a:r>
            <a:r>
              <a:rPr lang="en-US" altLang="ko-KR" err="1">
                <a:ea typeface="Calibri"/>
                <a:cs typeface="Calibri"/>
              </a:rPr>
              <a:t>있음</a:t>
            </a:r>
            <a:r>
              <a:rPr lang="en-US" altLang="ko-KR">
                <a:ea typeface="Calibri"/>
                <a:cs typeface="Calibri"/>
              </a:rPr>
              <a:t>. </a:t>
            </a:r>
            <a:r>
              <a:rPr lang="en-US" altLang="ko-KR" err="1">
                <a:ea typeface="Calibri"/>
                <a:cs typeface="Calibri"/>
              </a:rPr>
              <a:t>Release는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언제든</a:t>
            </a:r>
            <a:r>
              <a:rPr lang="en-US" altLang="ko-KR">
                <a:ea typeface="Calibri"/>
                <a:cs typeface="Calibri"/>
              </a:rPr>
              <a:t> 될 수 </a:t>
            </a:r>
            <a:r>
              <a:rPr lang="en-US" altLang="ko-KR" err="1">
                <a:ea typeface="Calibri"/>
                <a:cs typeface="Calibri"/>
              </a:rPr>
              <a:t>있음</a:t>
            </a:r>
            <a:r>
              <a:rPr lang="en-US" altLang="ko-KR">
                <a:ea typeface="Calibri"/>
                <a:cs typeface="Calibri"/>
              </a:rPr>
              <a:t>. </a:t>
            </a:r>
            <a:r>
              <a:rPr lang="en-US" altLang="ko-KR" err="1">
                <a:ea typeface="Calibri"/>
                <a:cs typeface="Calibri"/>
              </a:rPr>
              <a:t>그래서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SendPacket에서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Release되면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SendQ에</a:t>
            </a:r>
            <a:r>
              <a:rPr lang="en-US" altLang="ko-KR">
                <a:ea typeface="Calibri"/>
                <a:cs typeface="Calibri"/>
              </a:rPr>
              <a:t> 있는 직렬화 </a:t>
            </a:r>
            <a:r>
              <a:rPr lang="en-US" altLang="ko-KR" err="1">
                <a:ea typeface="Calibri"/>
                <a:cs typeface="Calibri"/>
              </a:rPr>
              <a:t>버퍼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반납해야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하니</a:t>
            </a:r>
            <a:r>
              <a:rPr lang="en-US" altLang="ko-KR">
                <a:ea typeface="Calibri"/>
                <a:cs typeface="Calibri"/>
              </a:rPr>
              <a:t> 그 </a:t>
            </a:r>
            <a:r>
              <a:rPr lang="en-US" altLang="ko-KR" err="1">
                <a:ea typeface="Calibri"/>
                <a:cs typeface="Calibri"/>
              </a:rPr>
              <a:t>처리를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해야</a:t>
            </a:r>
            <a:r>
              <a:rPr lang="en-US" altLang="ko-KR">
                <a:ea typeface="Calibri"/>
                <a:cs typeface="Calibri"/>
              </a:rPr>
              <a:t> 함. 그 </a:t>
            </a:r>
            <a:r>
              <a:rPr lang="en-US" altLang="ko-KR" err="1">
                <a:ea typeface="Calibri"/>
                <a:cs typeface="Calibri"/>
              </a:rPr>
              <a:t>다음에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OnClientLeave를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호출하여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컨텐츠에게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알려줌</a:t>
            </a:r>
            <a:r>
              <a:rPr lang="en-US" altLang="ko-KR">
                <a:ea typeface="Calibri"/>
                <a:cs typeface="Calibri"/>
              </a:rPr>
              <a:t>. </a:t>
            </a:r>
            <a:r>
              <a:rPr lang="en-US" altLang="ko-KR" err="1">
                <a:ea typeface="Calibri"/>
                <a:cs typeface="Calibri"/>
              </a:rPr>
              <a:t>마지막으로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해당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세션index를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락프리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스택에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push함</a:t>
            </a:r>
            <a:r>
              <a:rPr lang="en-US" altLang="ko-KR">
                <a:ea typeface="Calibri"/>
                <a:cs typeface="Calibri"/>
              </a:rPr>
              <a:t>.</a:t>
            </a:r>
          </a:p>
          <a:p>
            <a:pPr marL="171450" indent="-171450">
              <a:buFont typeface="Calibri"/>
              <a:buChar char="-"/>
            </a:pPr>
            <a:endParaRPr lang="en-US" altLang="ko-KR">
              <a:ea typeface="Calibri"/>
              <a:cs typeface="Calibri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58839ED-C27E-2752-95E5-7D9E0A27F7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CDE012-9E2E-4477-8B5C-4E7D4E9BCBA6}" type="slidenum">
              <a:rPr lang="en-US" noProof="0" smtClean="0"/>
              <a:t>7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0198260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5A8FBD-380B-3F7C-D0AB-BC7A495CC8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0B2A2DB-6D76-AC91-C06B-4F4CC86664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E38DABB-5A82-ADC5-2554-DB2D70E718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>
                <a:ea typeface="Calibri"/>
                <a:cs typeface="Calibri"/>
              </a:rPr>
              <a:t>&lt;</a:t>
            </a:r>
            <a:r>
              <a:rPr lang="en-US" altLang="ko-KR" err="1">
                <a:ea typeface="Calibri"/>
                <a:cs typeface="Calibri"/>
              </a:rPr>
              <a:t>대본</a:t>
            </a:r>
            <a:r>
              <a:rPr lang="en-US" altLang="ko-KR">
                <a:ea typeface="Calibri"/>
                <a:cs typeface="Calibri"/>
              </a:rPr>
              <a:t>&gt;</a:t>
            </a:r>
          </a:p>
          <a:p>
            <a:pPr marL="171450" indent="-171450">
              <a:buFont typeface="Calibri"/>
              <a:buChar char="-"/>
            </a:pPr>
            <a:r>
              <a:rPr lang="en-US" altLang="ko-KR" err="1">
                <a:ea typeface="Calibri"/>
                <a:cs typeface="Calibri"/>
              </a:rPr>
              <a:t>네트워크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라이브러리의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세션에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대한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관리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코드의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일부임</a:t>
            </a:r>
            <a:r>
              <a:rPr lang="en-US" altLang="ko-KR">
                <a:ea typeface="Calibri"/>
                <a:cs typeface="Calibri"/>
              </a:rPr>
              <a:t>. </a:t>
            </a:r>
            <a:r>
              <a:rPr lang="en-US" altLang="ko-KR" err="1">
                <a:ea typeface="Calibri"/>
                <a:cs typeface="Calibri"/>
              </a:rPr>
              <a:t>세션을</a:t>
            </a:r>
            <a:r>
              <a:rPr lang="en-US" altLang="ko-KR">
                <a:ea typeface="Calibri"/>
                <a:cs typeface="Calibri"/>
              </a:rPr>
              <a:t> accept </a:t>
            </a:r>
            <a:r>
              <a:rPr lang="en-US" altLang="ko-KR" err="1">
                <a:ea typeface="Calibri"/>
                <a:cs typeface="Calibri"/>
              </a:rPr>
              <a:t>스레드에서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초기화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할때는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소켓</a:t>
            </a:r>
            <a:r>
              <a:rPr lang="en-US" altLang="ko-KR">
                <a:ea typeface="Calibri"/>
                <a:cs typeface="Calibri"/>
              </a:rPr>
              <a:t>, </a:t>
            </a:r>
            <a:r>
              <a:rPr lang="en-US" altLang="ko-KR" err="1">
                <a:ea typeface="Calibri"/>
                <a:cs typeface="Calibri"/>
              </a:rPr>
              <a:t>세션ID</a:t>
            </a:r>
            <a:r>
              <a:rPr lang="en-US" altLang="ko-KR">
                <a:ea typeface="Calibri"/>
                <a:cs typeface="Calibri"/>
              </a:rPr>
              <a:t>, </a:t>
            </a:r>
            <a:r>
              <a:rPr lang="en-US" altLang="ko-KR" err="1">
                <a:ea typeface="Calibri"/>
                <a:cs typeface="Calibri"/>
              </a:rPr>
              <a:t>msgCnt</a:t>
            </a:r>
            <a:r>
              <a:rPr lang="en-US" altLang="ko-KR">
                <a:ea typeface="Calibri"/>
                <a:cs typeface="Calibri"/>
              </a:rPr>
              <a:t>, </a:t>
            </a:r>
            <a:r>
              <a:rPr lang="en-US" altLang="ko-KR" err="1">
                <a:ea typeface="Calibri"/>
                <a:cs typeface="Calibri"/>
              </a:rPr>
              <a:t>송수신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큐를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초기화하고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세션을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사용하니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참조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카운트를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올리고</a:t>
            </a:r>
            <a:r>
              <a:rPr lang="en-US" altLang="ko-KR">
                <a:ea typeface="Calibri"/>
                <a:cs typeface="Calibri"/>
              </a:rPr>
              <a:t> send </a:t>
            </a:r>
            <a:r>
              <a:rPr lang="en-US" altLang="ko-KR" err="1">
                <a:ea typeface="Calibri"/>
                <a:cs typeface="Calibri"/>
              </a:rPr>
              <a:t>플래그를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끄고</a:t>
            </a:r>
            <a:r>
              <a:rPr lang="en-US" altLang="ko-KR">
                <a:ea typeface="Calibri"/>
                <a:cs typeface="Calibri"/>
              </a:rPr>
              <a:t>, disconnect </a:t>
            </a:r>
            <a:r>
              <a:rPr lang="en-US" altLang="ko-KR" err="1">
                <a:ea typeface="Calibri"/>
                <a:cs typeface="Calibri"/>
              </a:rPr>
              <a:t>flag도</a:t>
            </a:r>
            <a:r>
              <a:rPr lang="en-US" altLang="ko-KR">
                <a:ea typeface="Calibri"/>
                <a:cs typeface="Calibri"/>
              </a:rPr>
              <a:t> 끔. </a:t>
            </a:r>
            <a:r>
              <a:rPr lang="en-US" altLang="ko-KR" err="1">
                <a:ea typeface="Calibri"/>
                <a:cs typeface="Calibri"/>
              </a:rPr>
              <a:t>이를</a:t>
            </a:r>
            <a:r>
              <a:rPr lang="en-US" altLang="ko-KR">
                <a:ea typeface="Calibri"/>
                <a:cs typeface="Calibri"/>
              </a:rPr>
              <a:t> 다 </a:t>
            </a:r>
            <a:r>
              <a:rPr lang="en-US" altLang="ko-KR" err="1">
                <a:ea typeface="Calibri"/>
                <a:cs typeface="Calibri"/>
              </a:rPr>
              <a:t>완료하면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최종적으로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release플래그를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꺼서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초기화가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완료됨을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표현함</a:t>
            </a:r>
            <a:r>
              <a:rPr lang="en-US" altLang="ko-KR">
                <a:ea typeface="Calibri"/>
                <a:cs typeface="Calibri"/>
              </a:rPr>
              <a:t>.</a:t>
            </a:r>
          </a:p>
          <a:p>
            <a:pPr marL="171450" indent="-171450">
              <a:buFont typeface="Calibri"/>
              <a:buChar char="-"/>
            </a:pPr>
            <a:r>
              <a:rPr lang="en-US" altLang="ko-KR" err="1">
                <a:ea typeface="Calibri"/>
                <a:cs typeface="Calibri"/>
              </a:rPr>
              <a:t>세션을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사용하는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SendPacket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함수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내부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구조임</a:t>
            </a:r>
            <a:r>
              <a:rPr lang="en-US" altLang="ko-KR">
                <a:ea typeface="Calibri"/>
                <a:cs typeface="Calibri"/>
              </a:rPr>
              <a:t>. </a:t>
            </a:r>
            <a:r>
              <a:rPr lang="en-US" altLang="ko-KR" err="1">
                <a:ea typeface="Calibri"/>
                <a:cs typeface="Calibri"/>
              </a:rPr>
              <a:t>우선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매개인자로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받은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세션key를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통해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세션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배열의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index를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구하여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세션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구조체를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얻음</a:t>
            </a:r>
            <a:r>
              <a:rPr lang="en-US" altLang="ko-KR">
                <a:ea typeface="Calibri"/>
                <a:cs typeface="Calibri"/>
              </a:rPr>
              <a:t>. 그 </a:t>
            </a:r>
            <a:r>
              <a:rPr lang="en-US" altLang="ko-KR" err="1">
                <a:ea typeface="Calibri"/>
                <a:cs typeface="Calibri"/>
              </a:rPr>
              <a:t>다음</a:t>
            </a:r>
            <a:r>
              <a:rPr lang="en-US" altLang="ko-KR">
                <a:ea typeface="Calibri"/>
                <a:cs typeface="Calibri"/>
              </a:rPr>
              <a:t> 이 </a:t>
            </a:r>
            <a:r>
              <a:rPr lang="en-US" altLang="ko-KR" err="1">
                <a:ea typeface="Calibri"/>
                <a:cs typeface="Calibri"/>
              </a:rPr>
              <a:t>세션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구조체의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유효성을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판단하기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위해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SessionInvalid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함수를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호출하여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세션의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참조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카운트를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올려서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사용함을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알리고</a:t>
            </a:r>
            <a:r>
              <a:rPr lang="en-US" altLang="ko-KR">
                <a:ea typeface="Calibri"/>
                <a:cs typeface="Calibri"/>
              </a:rPr>
              <a:t> Release </a:t>
            </a:r>
            <a:r>
              <a:rPr lang="en-US" altLang="ko-KR" err="1">
                <a:ea typeface="Calibri"/>
                <a:cs typeface="Calibri"/>
              </a:rPr>
              <a:t>플래그가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켜진것을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체크하여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세션이</a:t>
            </a:r>
            <a:r>
              <a:rPr lang="en-US" altLang="ko-KR">
                <a:ea typeface="Calibri"/>
                <a:cs typeface="Calibri"/>
              </a:rPr>
              <a:t> Release </a:t>
            </a:r>
            <a:r>
              <a:rPr lang="en-US" altLang="ko-KR" err="1">
                <a:ea typeface="Calibri"/>
                <a:cs typeface="Calibri"/>
              </a:rPr>
              <a:t>중인지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체크함</a:t>
            </a:r>
            <a:r>
              <a:rPr lang="en-US" altLang="ko-KR">
                <a:ea typeface="Calibri"/>
                <a:cs typeface="Calibri"/>
              </a:rPr>
              <a:t>. 그 </a:t>
            </a:r>
            <a:r>
              <a:rPr lang="en-US" altLang="ko-KR" err="1">
                <a:ea typeface="Calibri"/>
                <a:cs typeface="Calibri"/>
              </a:rPr>
              <a:t>다음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네트워크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라이브러리와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컨텐츠가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분리된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형태라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컨텐츠가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받은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세션key가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유효하지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않은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세션key일</a:t>
            </a:r>
            <a:r>
              <a:rPr lang="en-US" altLang="ko-KR">
                <a:ea typeface="Calibri"/>
                <a:cs typeface="Calibri"/>
              </a:rPr>
              <a:t> 수 </a:t>
            </a:r>
            <a:r>
              <a:rPr lang="en-US" altLang="ko-KR" err="1">
                <a:ea typeface="Calibri"/>
                <a:cs typeface="Calibri"/>
              </a:rPr>
              <a:t>있음</a:t>
            </a:r>
            <a:r>
              <a:rPr lang="en-US" altLang="ko-KR">
                <a:ea typeface="Calibri"/>
                <a:cs typeface="Calibri"/>
              </a:rPr>
              <a:t>. </a:t>
            </a:r>
            <a:r>
              <a:rPr lang="en-US" altLang="ko-KR" err="1">
                <a:ea typeface="Calibri"/>
                <a:cs typeface="Calibri"/>
              </a:rPr>
              <a:t>예를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들어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현재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채팅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서버의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경우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싱글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스레드로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작동하는데</a:t>
            </a:r>
            <a:r>
              <a:rPr lang="en-US" altLang="ko-KR">
                <a:ea typeface="Calibri"/>
                <a:cs typeface="Calibri"/>
              </a:rPr>
              <a:t> Release </a:t>
            </a:r>
            <a:r>
              <a:rPr lang="en-US" altLang="ko-KR" err="1">
                <a:ea typeface="Calibri"/>
                <a:cs typeface="Calibri"/>
              </a:rPr>
              <a:t>처리할</a:t>
            </a:r>
            <a:r>
              <a:rPr lang="en-US" altLang="ko-KR">
                <a:ea typeface="Calibri"/>
                <a:cs typeface="Calibri"/>
              </a:rPr>
              <a:t> 때 </a:t>
            </a:r>
            <a:r>
              <a:rPr lang="en-US" altLang="ko-KR" err="1">
                <a:ea typeface="Calibri"/>
                <a:cs typeface="Calibri"/>
              </a:rPr>
              <a:t>OnClientLeave가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호출되면</a:t>
            </a:r>
            <a:r>
              <a:rPr lang="en-US" altLang="ko-KR">
                <a:ea typeface="Calibri"/>
                <a:cs typeface="Calibri"/>
              </a:rPr>
              <a:t> Update </a:t>
            </a:r>
            <a:r>
              <a:rPr lang="en-US" altLang="ko-KR" err="1">
                <a:ea typeface="Calibri"/>
                <a:cs typeface="Calibri"/>
              </a:rPr>
              <a:t>스레드에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Job을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던짐</a:t>
            </a:r>
            <a:r>
              <a:rPr lang="en-US" altLang="ko-KR">
                <a:ea typeface="Calibri"/>
                <a:cs typeface="Calibri"/>
              </a:rPr>
              <a:t>. </a:t>
            </a:r>
            <a:r>
              <a:rPr lang="en-US" altLang="ko-KR" err="1">
                <a:ea typeface="Calibri"/>
                <a:cs typeface="Calibri"/>
              </a:rPr>
              <a:t>그러면</a:t>
            </a:r>
            <a:r>
              <a:rPr lang="en-US" altLang="ko-KR">
                <a:ea typeface="Calibri"/>
                <a:cs typeface="Calibri"/>
              </a:rPr>
              <a:t> 그 </a:t>
            </a:r>
            <a:r>
              <a:rPr lang="en-US" altLang="ko-KR" err="1">
                <a:ea typeface="Calibri"/>
                <a:cs typeface="Calibri"/>
              </a:rPr>
              <a:t>스레드가</a:t>
            </a:r>
            <a:r>
              <a:rPr lang="en-US" altLang="ko-KR">
                <a:ea typeface="Calibri"/>
                <a:cs typeface="Calibri"/>
              </a:rPr>
              <a:t> 그 </a:t>
            </a:r>
            <a:r>
              <a:rPr lang="en-US" altLang="ko-KR" err="1">
                <a:ea typeface="Calibri"/>
                <a:cs typeface="Calibri"/>
              </a:rPr>
              <a:t>Job을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처리하기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전에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네트워크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라이브러리의</a:t>
            </a:r>
            <a:r>
              <a:rPr lang="en-US" altLang="ko-KR">
                <a:ea typeface="Calibri"/>
                <a:cs typeface="Calibri"/>
              </a:rPr>
              <a:t> accept </a:t>
            </a:r>
            <a:r>
              <a:rPr lang="en-US" altLang="ko-KR" err="1">
                <a:ea typeface="Calibri"/>
                <a:cs typeface="Calibri"/>
              </a:rPr>
              <a:t>스레드에서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해당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세션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구조체를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재사용할</a:t>
            </a:r>
            <a:r>
              <a:rPr lang="en-US" altLang="ko-KR">
                <a:ea typeface="Calibri"/>
                <a:cs typeface="Calibri"/>
              </a:rPr>
              <a:t> 수 </a:t>
            </a:r>
            <a:r>
              <a:rPr lang="en-US" altLang="ko-KR" err="1">
                <a:ea typeface="Calibri"/>
                <a:cs typeface="Calibri"/>
              </a:rPr>
              <a:t>있고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재사용했는데</a:t>
            </a:r>
            <a:r>
              <a:rPr lang="en-US" altLang="ko-KR">
                <a:ea typeface="Calibri"/>
                <a:cs typeface="Calibri"/>
              </a:rPr>
              <a:t> Update </a:t>
            </a:r>
            <a:r>
              <a:rPr lang="en-US" altLang="ko-KR" err="1">
                <a:ea typeface="Calibri"/>
                <a:cs typeface="Calibri"/>
              </a:rPr>
              <a:t>스레드에서는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과거의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세션에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대해서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SendPacket을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하는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경우도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생길</a:t>
            </a:r>
            <a:r>
              <a:rPr lang="en-US" altLang="ko-KR">
                <a:ea typeface="Calibri"/>
                <a:cs typeface="Calibri"/>
              </a:rPr>
              <a:t> 수 </a:t>
            </a:r>
            <a:r>
              <a:rPr lang="en-US" altLang="ko-KR" err="1">
                <a:ea typeface="Calibri"/>
                <a:cs typeface="Calibri"/>
              </a:rPr>
              <a:t>있음</a:t>
            </a:r>
            <a:r>
              <a:rPr lang="en-US" altLang="ko-KR">
                <a:ea typeface="Calibri"/>
                <a:cs typeface="Calibri"/>
              </a:rPr>
              <a:t>. </a:t>
            </a:r>
            <a:r>
              <a:rPr lang="en-US" altLang="ko-KR" err="1">
                <a:ea typeface="Calibri"/>
                <a:cs typeface="Calibri"/>
              </a:rPr>
              <a:t>그래서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세션ID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체크를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통해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바라보던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세션이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맞는지를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체크해줘야</a:t>
            </a:r>
            <a:r>
              <a:rPr lang="en-US" altLang="ko-KR">
                <a:ea typeface="Calibri"/>
                <a:cs typeface="Calibri"/>
              </a:rPr>
              <a:t> 함.</a:t>
            </a:r>
          </a:p>
          <a:p>
            <a:pPr marL="171450" indent="-171450">
              <a:buFont typeface="Calibri"/>
              <a:buChar char="-"/>
            </a:pPr>
            <a:r>
              <a:rPr lang="en-US" altLang="ko-KR" err="1">
                <a:ea typeface="Calibri"/>
                <a:cs typeface="Calibri"/>
              </a:rPr>
              <a:t>세션을</a:t>
            </a:r>
            <a:r>
              <a:rPr lang="en-US" altLang="ko-KR">
                <a:ea typeface="Calibri"/>
                <a:cs typeface="Calibri"/>
              </a:rPr>
              <a:t> 다 </a:t>
            </a:r>
            <a:r>
              <a:rPr lang="en-US" altLang="ko-KR" err="1">
                <a:ea typeface="Calibri"/>
                <a:cs typeface="Calibri"/>
              </a:rPr>
              <a:t>썼으면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이제</a:t>
            </a:r>
            <a:r>
              <a:rPr lang="en-US" altLang="ko-KR">
                <a:ea typeface="Calibri"/>
                <a:cs typeface="Calibri"/>
              </a:rPr>
              <a:t> Release </a:t>
            </a:r>
            <a:r>
              <a:rPr lang="en-US" altLang="ko-KR" err="1">
                <a:ea typeface="Calibri"/>
                <a:cs typeface="Calibri"/>
              </a:rPr>
              <a:t>처리를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통해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세션을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반납해야</a:t>
            </a:r>
            <a:r>
              <a:rPr lang="en-US" altLang="ko-KR">
                <a:ea typeface="Calibri"/>
                <a:cs typeface="Calibri"/>
              </a:rPr>
              <a:t> 함. </a:t>
            </a:r>
            <a:r>
              <a:rPr lang="en-US" altLang="ko-KR" err="1">
                <a:ea typeface="Calibri"/>
                <a:cs typeface="Calibri"/>
              </a:rPr>
              <a:t>우선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SendPost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내부에서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SendQ에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있는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직렬화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버퍼를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SendArray에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담아두는데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이걸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WSASend할때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배열로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묶어서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송신함</a:t>
            </a:r>
            <a:r>
              <a:rPr lang="en-US" altLang="ko-KR">
                <a:ea typeface="Calibri"/>
                <a:cs typeface="Calibri"/>
              </a:rPr>
              <a:t>. </a:t>
            </a:r>
            <a:r>
              <a:rPr lang="en-US" altLang="ko-KR" err="1">
                <a:ea typeface="Calibri"/>
                <a:cs typeface="Calibri"/>
              </a:rPr>
              <a:t>근데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wsasend할때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오류나서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바로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release가</a:t>
            </a:r>
            <a:r>
              <a:rPr lang="en-US" altLang="ko-KR">
                <a:ea typeface="Calibri"/>
                <a:cs typeface="Calibri"/>
              </a:rPr>
              <a:t> 될 수 </a:t>
            </a:r>
            <a:r>
              <a:rPr lang="en-US" altLang="ko-KR" err="1">
                <a:ea typeface="Calibri"/>
                <a:cs typeface="Calibri"/>
              </a:rPr>
              <a:t>있음</a:t>
            </a:r>
            <a:r>
              <a:rPr lang="en-US" altLang="ko-KR">
                <a:ea typeface="Calibri"/>
                <a:cs typeface="Calibri"/>
              </a:rPr>
              <a:t>. </a:t>
            </a:r>
            <a:r>
              <a:rPr lang="en-US" altLang="ko-KR" err="1">
                <a:ea typeface="Calibri"/>
                <a:cs typeface="Calibri"/>
              </a:rPr>
              <a:t>그러니</a:t>
            </a:r>
            <a:r>
              <a:rPr lang="en-US" altLang="ko-KR">
                <a:ea typeface="Calibri"/>
                <a:cs typeface="Calibri"/>
              </a:rPr>
              <a:t> send </a:t>
            </a:r>
            <a:r>
              <a:rPr lang="en-US" altLang="ko-KR" err="1">
                <a:ea typeface="Calibri"/>
                <a:cs typeface="Calibri"/>
              </a:rPr>
              <a:t>완료통지가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오지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않아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sendarray에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있는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직렬화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버퍼를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반납해줘야</a:t>
            </a:r>
            <a:r>
              <a:rPr lang="en-US" altLang="ko-KR">
                <a:ea typeface="Calibri"/>
                <a:cs typeface="Calibri"/>
              </a:rPr>
              <a:t> 함. </a:t>
            </a:r>
            <a:r>
              <a:rPr lang="en-US" altLang="ko-KR" err="1">
                <a:ea typeface="Calibri"/>
                <a:cs typeface="Calibri"/>
              </a:rPr>
              <a:t>그리고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sendpacket을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호출할때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sendQ에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직렬화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버퍼를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넣었지만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sendpacket에서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release가</a:t>
            </a:r>
            <a:r>
              <a:rPr lang="en-US" altLang="ko-KR">
                <a:ea typeface="Calibri"/>
                <a:cs typeface="Calibri"/>
              </a:rPr>
              <a:t> 될 수 </a:t>
            </a:r>
            <a:r>
              <a:rPr lang="en-US" altLang="ko-KR" err="1">
                <a:ea typeface="Calibri"/>
                <a:cs typeface="Calibri"/>
              </a:rPr>
              <a:t>있음</a:t>
            </a:r>
            <a:r>
              <a:rPr lang="en-US" altLang="ko-KR">
                <a:ea typeface="Calibri"/>
                <a:cs typeface="Calibri"/>
              </a:rPr>
              <a:t>. </a:t>
            </a:r>
            <a:r>
              <a:rPr lang="en-US" altLang="ko-KR" err="1">
                <a:ea typeface="Calibri"/>
                <a:cs typeface="Calibri"/>
              </a:rPr>
              <a:t>Release는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언제든</a:t>
            </a:r>
            <a:r>
              <a:rPr lang="en-US" altLang="ko-KR">
                <a:ea typeface="Calibri"/>
                <a:cs typeface="Calibri"/>
              </a:rPr>
              <a:t> 될 수 </a:t>
            </a:r>
            <a:r>
              <a:rPr lang="en-US" altLang="ko-KR" err="1">
                <a:ea typeface="Calibri"/>
                <a:cs typeface="Calibri"/>
              </a:rPr>
              <a:t>있음</a:t>
            </a:r>
            <a:r>
              <a:rPr lang="en-US" altLang="ko-KR">
                <a:ea typeface="Calibri"/>
                <a:cs typeface="Calibri"/>
              </a:rPr>
              <a:t>. </a:t>
            </a:r>
            <a:r>
              <a:rPr lang="en-US" altLang="ko-KR" err="1">
                <a:ea typeface="Calibri"/>
                <a:cs typeface="Calibri"/>
              </a:rPr>
              <a:t>그래서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SendPacket에서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Release되면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SendQ에</a:t>
            </a:r>
            <a:r>
              <a:rPr lang="en-US" altLang="ko-KR">
                <a:ea typeface="Calibri"/>
                <a:cs typeface="Calibri"/>
              </a:rPr>
              <a:t> 있는 직렬화 </a:t>
            </a:r>
            <a:r>
              <a:rPr lang="en-US" altLang="ko-KR" err="1">
                <a:ea typeface="Calibri"/>
                <a:cs typeface="Calibri"/>
              </a:rPr>
              <a:t>버퍼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반납해야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하니</a:t>
            </a:r>
            <a:r>
              <a:rPr lang="en-US" altLang="ko-KR">
                <a:ea typeface="Calibri"/>
                <a:cs typeface="Calibri"/>
              </a:rPr>
              <a:t> 그 </a:t>
            </a:r>
            <a:r>
              <a:rPr lang="en-US" altLang="ko-KR" err="1">
                <a:ea typeface="Calibri"/>
                <a:cs typeface="Calibri"/>
              </a:rPr>
              <a:t>처리를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해야</a:t>
            </a:r>
            <a:r>
              <a:rPr lang="en-US" altLang="ko-KR">
                <a:ea typeface="Calibri"/>
                <a:cs typeface="Calibri"/>
              </a:rPr>
              <a:t> 함. 그 </a:t>
            </a:r>
            <a:r>
              <a:rPr lang="en-US" altLang="ko-KR" err="1">
                <a:ea typeface="Calibri"/>
                <a:cs typeface="Calibri"/>
              </a:rPr>
              <a:t>다음에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OnClientLeave를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호출하여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컨텐츠에게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알려줌</a:t>
            </a:r>
            <a:r>
              <a:rPr lang="en-US" altLang="ko-KR">
                <a:ea typeface="Calibri"/>
                <a:cs typeface="Calibri"/>
              </a:rPr>
              <a:t>. </a:t>
            </a:r>
            <a:r>
              <a:rPr lang="en-US" altLang="ko-KR" err="1">
                <a:ea typeface="Calibri"/>
                <a:cs typeface="Calibri"/>
              </a:rPr>
              <a:t>마지막으로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해당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세션index를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락프리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스택에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push함</a:t>
            </a:r>
            <a:r>
              <a:rPr lang="en-US" altLang="ko-KR">
                <a:ea typeface="Calibri"/>
                <a:cs typeface="Calibri"/>
              </a:rPr>
              <a:t>.</a:t>
            </a:r>
          </a:p>
          <a:p>
            <a:pPr marL="171450" indent="-171450">
              <a:buFont typeface="Calibri"/>
              <a:buChar char="-"/>
            </a:pPr>
            <a:endParaRPr lang="en-US" altLang="ko-KR">
              <a:ea typeface="Calibri"/>
              <a:cs typeface="Calibri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85339CA-D759-3443-A7A6-4C8C10DBB6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CDE012-9E2E-4477-8B5C-4E7D4E9BCBA6}" type="slidenum">
              <a:rPr lang="en-US" noProof="0" smtClean="0"/>
              <a:t>8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97271352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7B40F3-E94B-C44E-694D-68B41702AD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28FCAA3-9D43-5A73-A01B-F5DC41EFA2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646D673-F34A-F85B-A7D4-49BB1789CD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>
                <a:ea typeface="Calibri"/>
                <a:cs typeface="Calibri"/>
              </a:rPr>
              <a:t>&lt;</a:t>
            </a:r>
            <a:r>
              <a:rPr lang="en-US" altLang="ko-KR" err="1">
                <a:ea typeface="Calibri"/>
                <a:cs typeface="Calibri"/>
              </a:rPr>
              <a:t>대본</a:t>
            </a:r>
            <a:r>
              <a:rPr lang="en-US" altLang="ko-KR">
                <a:ea typeface="Calibri"/>
                <a:cs typeface="Calibri"/>
              </a:rPr>
              <a:t>&gt;</a:t>
            </a:r>
          </a:p>
          <a:p>
            <a:pPr marL="171450" indent="-171450">
              <a:buFont typeface="Calibri"/>
              <a:buChar char="-"/>
            </a:pPr>
            <a:r>
              <a:rPr lang="en-US" altLang="ko-KR" err="1">
                <a:ea typeface="Calibri"/>
                <a:cs typeface="Calibri"/>
              </a:rPr>
              <a:t>네트워크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라이브러리의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세션에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대한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관리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코드의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일부임</a:t>
            </a:r>
            <a:r>
              <a:rPr lang="en-US" altLang="ko-KR">
                <a:ea typeface="Calibri"/>
                <a:cs typeface="Calibri"/>
              </a:rPr>
              <a:t>. </a:t>
            </a:r>
            <a:r>
              <a:rPr lang="en-US" altLang="ko-KR" err="1">
                <a:ea typeface="Calibri"/>
                <a:cs typeface="Calibri"/>
              </a:rPr>
              <a:t>세션을</a:t>
            </a:r>
            <a:r>
              <a:rPr lang="en-US" altLang="ko-KR">
                <a:ea typeface="Calibri"/>
                <a:cs typeface="Calibri"/>
              </a:rPr>
              <a:t> accept </a:t>
            </a:r>
            <a:r>
              <a:rPr lang="en-US" altLang="ko-KR" err="1">
                <a:ea typeface="Calibri"/>
                <a:cs typeface="Calibri"/>
              </a:rPr>
              <a:t>스레드에서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초기화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할때는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소켓</a:t>
            </a:r>
            <a:r>
              <a:rPr lang="en-US" altLang="ko-KR">
                <a:ea typeface="Calibri"/>
                <a:cs typeface="Calibri"/>
              </a:rPr>
              <a:t>, </a:t>
            </a:r>
            <a:r>
              <a:rPr lang="en-US" altLang="ko-KR" err="1">
                <a:ea typeface="Calibri"/>
                <a:cs typeface="Calibri"/>
              </a:rPr>
              <a:t>세션ID</a:t>
            </a:r>
            <a:r>
              <a:rPr lang="en-US" altLang="ko-KR">
                <a:ea typeface="Calibri"/>
                <a:cs typeface="Calibri"/>
              </a:rPr>
              <a:t>, </a:t>
            </a:r>
            <a:r>
              <a:rPr lang="en-US" altLang="ko-KR" err="1">
                <a:ea typeface="Calibri"/>
                <a:cs typeface="Calibri"/>
              </a:rPr>
              <a:t>msgCnt</a:t>
            </a:r>
            <a:r>
              <a:rPr lang="en-US" altLang="ko-KR">
                <a:ea typeface="Calibri"/>
                <a:cs typeface="Calibri"/>
              </a:rPr>
              <a:t>, </a:t>
            </a:r>
            <a:r>
              <a:rPr lang="en-US" altLang="ko-KR" err="1">
                <a:ea typeface="Calibri"/>
                <a:cs typeface="Calibri"/>
              </a:rPr>
              <a:t>송수신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큐를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초기화하고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세션을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사용하니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참조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카운트를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올리고</a:t>
            </a:r>
            <a:r>
              <a:rPr lang="en-US" altLang="ko-KR">
                <a:ea typeface="Calibri"/>
                <a:cs typeface="Calibri"/>
              </a:rPr>
              <a:t> send </a:t>
            </a:r>
            <a:r>
              <a:rPr lang="en-US" altLang="ko-KR" err="1">
                <a:ea typeface="Calibri"/>
                <a:cs typeface="Calibri"/>
              </a:rPr>
              <a:t>플래그를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끄고</a:t>
            </a:r>
            <a:r>
              <a:rPr lang="en-US" altLang="ko-KR">
                <a:ea typeface="Calibri"/>
                <a:cs typeface="Calibri"/>
              </a:rPr>
              <a:t>, disconnect </a:t>
            </a:r>
            <a:r>
              <a:rPr lang="en-US" altLang="ko-KR" err="1">
                <a:ea typeface="Calibri"/>
                <a:cs typeface="Calibri"/>
              </a:rPr>
              <a:t>flag도</a:t>
            </a:r>
            <a:r>
              <a:rPr lang="en-US" altLang="ko-KR">
                <a:ea typeface="Calibri"/>
                <a:cs typeface="Calibri"/>
              </a:rPr>
              <a:t> 끔. </a:t>
            </a:r>
            <a:r>
              <a:rPr lang="en-US" altLang="ko-KR" err="1">
                <a:ea typeface="Calibri"/>
                <a:cs typeface="Calibri"/>
              </a:rPr>
              <a:t>이를</a:t>
            </a:r>
            <a:r>
              <a:rPr lang="en-US" altLang="ko-KR">
                <a:ea typeface="Calibri"/>
                <a:cs typeface="Calibri"/>
              </a:rPr>
              <a:t> 다 </a:t>
            </a:r>
            <a:r>
              <a:rPr lang="en-US" altLang="ko-KR" err="1">
                <a:ea typeface="Calibri"/>
                <a:cs typeface="Calibri"/>
              </a:rPr>
              <a:t>완료하면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최종적으로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release플래그를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꺼서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초기화가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완료됨을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표현함</a:t>
            </a:r>
            <a:r>
              <a:rPr lang="en-US" altLang="ko-KR">
                <a:ea typeface="Calibri"/>
                <a:cs typeface="Calibri"/>
              </a:rPr>
              <a:t>.</a:t>
            </a:r>
          </a:p>
          <a:p>
            <a:pPr marL="171450" indent="-171450">
              <a:buFont typeface="Calibri"/>
              <a:buChar char="-"/>
            </a:pPr>
            <a:r>
              <a:rPr lang="en-US" altLang="ko-KR" err="1">
                <a:ea typeface="Calibri"/>
                <a:cs typeface="Calibri"/>
              </a:rPr>
              <a:t>세션을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사용하는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SendPacket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함수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내부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구조임</a:t>
            </a:r>
            <a:r>
              <a:rPr lang="en-US" altLang="ko-KR">
                <a:ea typeface="Calibri"/>
                <a:cs typeface="Calibri"/>
              </a:rPr>
              <a:t>. </a:t>
            </a:r>
            <a:r>
              <a:rPr lang="en-US" altLang="ko-KR" err="1">
                <a:ea typeface="Calibri"/>
                <a:cs typeface="Calibri"/>
              </a:rPr>
              <a:t>우선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매개인자로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받은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세션key를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통해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세션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배열의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index를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구하여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세션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구조체를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얻음</a:t>
            </a:r>
            <a:r>
              <a:rPr lang="en-US" altLang="ko-KR">
                <a:ea typeface="Calibri"/>
                <a:cs typeface="Calibri"/>
              </a:rPr>
              <a:t>. 그 </a:t>
            </a:r>
            <a:r>
              <a:rPr lang="en-US" altLang="ko-KR" err="1">
                <a:ea typeface="Calibri"/>
                <a:cs typeface="Calibri"/>
              </a:rPr>
              <a:t>다음</a:t>
            </a:r>
            <a:r>
              <a:rPr lang="en-US" altLang="ko-KR">
                <a:ea typeface="Calibri"/>
                <a:cs typeface="Calibri"/>
              </a:rPr>
              <a:t> 이 </a:t>
            </a:r>
            <a:r>
              <a:rPr lang="en-US" altLang="ko-KR" err="1">
                <a:ea typeface="Calibri"/>
                <a:cs typeface="Calibri"/>
              </a:rPr>
              <a:t>세션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구조체의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유효성을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판단하기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위해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SessionInvalid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함수를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호출하여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세션의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참조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카운트를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올려서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사용함을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알리고</a:t>
            </a:r>
            <a:r>
              <a:rPr lang="en-US" altLang="ko-KR">
                <a:ea typeface="Calibri"/>
                <a:cs typeface="Calibri"/>
              </a:rPr>
              <a:t> Release </a:t>
            </a:r>
            <a:r>
              <a:rPr lang="en-US" altLang="ko-KR" err="1">
                <a:ea typeface="Calibri"/>
                <a:cs typeface="Calibri"/>
              </a:rPr>
              <a:t>플래그가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켜진것을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체크하여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세션이</a:t>
            </a:r>
            <a:r>
              <a:rPr lang="en-US" altLang="ko-KR">
                <a:ea typeface="Calibri"/>
                <a:cs typeface="Calibri"/>
              </a:rPr>
              <a:t> Release </a:t>
            </a:r>
            <a:r>
              <a:rPr lang="en-US" altLang="ko-KR" err="1">
                <a:ea typeface="Calibri"/>
                <a:cs typeface="Calibri"/>
              </a:rPr>
              <a:t>중인지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체크함</a:t>
            </a:r>
            <a:r>
              <a:rPr lang="en-US" altLang="ko-KR">
                <a:ea typeface="Calibri"/>
                <a:cs typeface="Calibri"/>
              </a:rPr>
              <a:t>. 그 </a:t>
            </a:r>
            <a:r>
              <a:rPr lang="en-US" altLang="ko-KR" err="1">
                <a:ea typeface="Calibri"/>
                <a:cs typeface="Calibri"/>
              </a:rPr>
              <a:t>다음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네트워크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라이브러리와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컨텐츠가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분리된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형태라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컨텐츠가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받은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세션key가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유효하지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않은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세션key일</a:t>
            </a:r>
            <a:r>
              <a:rPr lang="en-US" altLang="ko-KR">
                <a:ea typeface="Calibri"/>
                <a:cs typeface="Calibri"/>
              </a:rPr>
              <a:t> 수 </a:t>
            </a:r>
            <a:r>
              <a:rPr lang="en-US" altLang="ko-KR" err="1">
                <a:ea typeface="Calibri"/>
                <a:cs typeface="Calibri"/>
              </a:rPr>
              <a:t>있음</a:t>
            </a:r>
            <a:r>
              <a:rPr lang="en-US" altLang="ko-KR">
                <a:ea typeface="Calibri"/>
                <a:cs typeface="Calibri"/>
              </a:rPr>
              <a:t>. </a:t>
            </a:r>
            <a:r>
              <a:rPr lang="en-US" altLang="ko-KR" err="1">
                <a:ea typeface="Calibri"/>
                <a:cs typeface="Calibri"/>
              </a:rPr>
              <a:t>예를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들어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현재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채팅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서버의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경우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싱글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스레드로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작동하는데</a:t>
            </a:r>
            <a:r>
              <a:rPr lang="en-US" altLang="ko-KR">
                <a:ea typeface="Calibri"/>
                <a:cs typeface="Calibri"/>
              </a:rPr>
              <a:t> Release </a:t>
            </a:r>
            <a:r>
              <a:rPr lang="en-US" altLang="ko-KR" err="1">
                <a:ea typeface="Calibri"/>
                <a:cs typeface="Calibri"/>
              </a:rPr>
              <a:t>처리할</a:t>
            </a:r>
            <a:r>
              <a:rPr lang="en-US" altLang="ko-KR">
                <a:ea typeface="Calibri"/>
                <a:cs typeface="Calibri"/>
              </a:rPr>
              <a:t> 때 </a:t>
            </a:r>
            <a:r>
              <a:rPr lang="en-US" altLang="ko-KR" err="1">
                <a:ea typeface="Calibri"/>
                <a:cs typeface="Calibri"/>
              </a:rPr>
              <a:t>OnClientLeave가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호출되면</a:t>
            </a:r>
            <a:r>
              <a:rPr lang="en-US" altLang="ko-KR">
                <a:ea typeface="Calibri"/>
                <a:cs typeface="Calibri"/>
              </a:rPr>
              <a:t> Update </a:t>
            </a:r>
            <a:r>
              <a:rPr lang="en-US" altLang="ko-KR" err="1">
                <a:ea typeface="Calibri"/>
                <a:cs typeface="Calibri"/>
              </a:rPr>
              <a:t>스레드에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Job을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던짐</a:t>
            </a:r>
            <a:r>
              <a:rPr lang="en-US" altLang="ko-KR">
                <a:ea typeface="Calibri"/>
                <a:cs typeface="Calibri"/>
              </a:rPr>
              <a:t>. </a:t>
            </a:r>
            <a:r>
              <a:rPr lang="en-US" altLang="ko-KR" err="1">
                <a:ea typeface="Calibri"/>
                <a:cs typeface="Calibri"/>
              </a:rPr>
              <a:t>그러면</a:t>
            </a:r>
            <a:r>
              <a:rPr lang="en-US" altLang="ko-KR">
                <a:ea typeface="Calibri"/>
                <a:cs typeface="Calibri"/>
              </a:rPr>
              <a:t> 그 </a:t>
            </a:r>
            <a:r>
              <a:rPr lang="en-US" altLang="ko-KR" err="1">
                <a:ea typeface="Calibri"/>
                <a:cs typeface="Calibri"/>
              </a:rPr>
              <a:t>스레드가</a:t>
            </a:r>
            <a:r>
              <a:rPr lang="en-US" altLang="ko-KR">
                <a:ea typeface="Calibri"/>
                <a:cs typeface="Calibri"/>
              </a:rPr>
              <a:t> 그 </a:t>
            </a:r>
            <a:r>
              <a:rPr lang="en-US" altLang="ko-KR" err="1">
                <a:ea typeface="Calibri"/>
                <a:cs typeface="Calibri"/>
              </a:rPr>
              <a:t>Job을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처리하기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전에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네트워크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라이브러리의</a:t>
            </a:r>
            <a:r>
              <a:rPr lang="en-US" altLang="ko-KR">
                <a:ea typeface="Calibri"/>
                <a:cs typeface="Calibri"/>
              </a:rPr>
              <a:t> accept </a:t>
            </a:r>
            <a:r>
              <a:rPr lang="en-US" altLang="ko-KR" err="1">
                <a:ea typeface="Calibri"/>
                <a:cs typeface="Calibri"/>
              </a:rPr>
              <a:t>스레드에서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해당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세션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구조체를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재사용할</a:t>
            </a:r>
            <a:r>
              <a:rPr lang="en-US" altLang="ko-KR">
                <a:ea typeface="Calibri"/>
                <a:cs typeface="Calibri"/>
              </a:rPr>
              <a:t> 수 </a:t>
            </a:r>
            <a:r>
              <a:rPr lang="en-US" altLang="ko-KR" err="1">
                <a:ea typeface="Calibri"/>
                <a:cs typeface="Calibri"/>
              </a:rPr>
              <a:t>있고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재사용했는데</a:t>
            </a:r>
            <a:r>
              <a:rPr lang="en-US" altLang="ko-KR">
                <a:ea typeface="Calibri"/>
                <a:cs typeface="Calibri"/>
              </a:rPr>
              <a:t> Update </a:t>
            </a:r>
            <a:r>
              <a:rPr lang="en-US" altLang="ko-KR" err="1">
                <a:ea typeface="Calibri"/>
                <a:cs typeface="Calibri"/>
              </a:rPr>
              <a:t>스레드에서는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과거의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세션에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대해서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SendPacket을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하는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경우도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생길</a:t>
            </a:r>
            <a:r>
              <a:rPr lang="en-US" altLang="ko-KR">
                <a:ea typeface="Calibri"/>
                <a:cs typeface="Calibri"/>
              </a:rPr>
              <a:t> 수 </a:t>
            </a:r>
            <a:r>
              <a:rPr lang="en-US" altLang="ko-KR" err="1">
                <a:ea typeface="Calibri"/>
                <a:cs typeface="Calibri"/>
              </a:rPr>
              <a:t>있음</a:t>
            </a:r>
            <a:r>
              <a:rPr lang="en-US" altLang="ko-KR">
                <a:ea typeface="Calibri"/>
                <a:cs typeface="Calibri"/>
              </a:rPr>
              <a:t>. </a:t>
            </a:r>
            <a:r>
              <a:rPr lang="en-US" altLang="ko-KR" err="1">
                <a:ea typeface="Calibri"/>
                <a:cs typeface="Calibri"/>
              </a:rPr>
              <a:t>그래서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세션ID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체크를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통해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바라보던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세션이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맞는지를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체크해줘야</a:t>
            </a:r>
            <a:r>
              <a:rPr lang="en-US" altLang="ko-KR">
                <a:ea typeface="Calibri"/>
                <a:cs typeface="Calibri"/>
              </a:rPr>
              <a:t> 함.</a:t>
            </a:r>
          </a:p>
          <a:p>
            <a:pPr marL="171450" indent="-171450">
              <a:buFont typeface="Calibri"/>
              <a:buChar char="-"/>
            </a:pPr>
            <a:r>
              <a:rPr lang="en-US" altLang="ko-KR" err="1">
                <a:ea typeface="Calibri"/>
                <a:cs typeface="Calibri"/>
              </a:rPr>
              <a:t>세션을</a:t>
            </a:r>
            <a:r>
              <a:rPr lang="en-US" altLang="ko-KR">
                <a:ea typeface="Calibri"/>
                <a:cs typeface="Calibri"/>
              </a:rPr>
              <a:t> 다 </a:t>
            </a:r>
            <a:r>
              <a:rPr lang="en-US" altLang="ko-KR" err="1">
                <a:ea typeface="Calibri"/>
                <a:cs typeface="Calibri"/>
              </a:rPr>
              <a:t>썼으면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이제</a:t>
            </a:r>
            <a:r>
              <a:rPr lang="en-US" altLang="ko-KR">
                <a:ea typeface="Calibri"/>
                <a:cs typeface="Calibri"/>
              </a:rPr>
              <a:t> Release </a:t>
            </a:r>
            <a:r>
              <a:rPr lang="en-US" altLang="ko-KR" err="1">
                <a:ea typeface="Calibri"/>
                <a:cs typeface="Calibri"/>
              </a:rPr>
              <a:t>처리를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통해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세션을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반납해야</a:t>
            </a:r>
            <a:r>
              <a:rPr lang="en-US" altLang="ko-KR">
                <a:ea typeface="Calibri"/>
                <a:cs typeface="Calibri"/>
              </a:rPr>
              <a:t> 함. </a:t>
            </a:r>
            <a:r>
              <a:rPr lang="en-US" altLang="ko-KR" err="1">
                <a:ea typeface="Calibri"/>
                <a:cs typeface="Calibri"/>
              </a:rPr>
              <a:t>우선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SendPost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내부에서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SendQ에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있는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직렬화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버퍼를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SendArray에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담아두는데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이걸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WSASend할때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배열로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묶어서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송신함</a:t>
            </a:r>
            <a:r>
              <a:rPr lang="en-US" altLang="ko-KR">
                <a:ea typeface="Calibri"/>
                <a:cs typeface="Calibri"/>
              </a:rPr>
              <a:t>. </a:t>
            </a:r>
            <a:r>
              <a:rPr lang="en-US" altLang="ko-KR" err="1">
                <a:ea typeface="Calibri"/>
                <a:cs typeface="Calibri"/>
              </a:rPr>
              <a:t>근데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wsasend할때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오류나서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바로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release가</a:t>
            </a:r>
            <a:r>
              <a:rPr lang="en-US" altLang="ko-KR">
                <a:ea typeface="Calibri"/>
                <a:cs typeface="Calibri"/>
              </a:rPr>
              <a:t> 될 수 </a:t>
            </a:r>
            <a:r>
              <a:rPr lang="en-US" altLang="ko-KR" err="1">
                <a:ea typeface="Calibri"/>
                <a:cs typeface="Calibri"/>
              </a:rPr>
              <a:t>있음</a:t>
            </a:r>
            <a:r>
              <a:rPr lang="en-US" altLang="ko-KR">
                <a:ea typeface="Calibri"/>
                <a:cs typeface="Calibri"/>
              </a:rPr>
              <a:t>. </a:t>
            </a:r>
            <a:r>
              <a:rPr lang="en-US" altLang="ko-KR" err="1">
                <a:ea typeface="Calibri"/>
                <a:cs typeface="Calibri"/>
              </a:rPr>
              <a:t>그러니</a:t>
            </a:r>
            <a:r>
              <a:rPr lang="en-US" altLang="ko-KR">
                <a:ea typeface="Calibri"/>
                <a:cs typeface="Calibri"/>
              </a:rPr>
              <a:t> send </a:t>
            </a:r>
            <a:r>
              <a:rPr lang="en-US" altLang="ko-KR" err="1">
                <a:ea typeface="Calibri"/>
                <a:cs typeface="Calibri"/>
              </a:rPr>
              <a:t>완료통지가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오지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않아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sendarray에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있는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직렬화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버퍼를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반납해줘야</a:t>
            </a:r>
            <a:r>
              <a:rPr lang="en-US" altLang="ko-KR">
                <a:ea typeface="Calibri"/>
                <a:cs typeface="Calibri"/>
              </a:rPr>
              <a:t> 함. </a:t>
            </a:r>
            <a:r>
              <a:rPr lang="en-US" altLang="ko-KR" err="1">
                <a:ea typeface="Calibri"/>
                <a:cs typeface="Calibri"/>
              </a:rPr>
              <a:t>그리고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sendpacket을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호출할때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sendQ에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직렬화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버퍼를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넣었지만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sendpacket에서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release가</a:t>
            </a:r>
            <a:r>
              <a:rPr lang="en-US" altLang="ko-KR">
                <a:ea typeface="Calibri"/>
                <a:cs typeface="Calibri"/>
              </a:rPr>
              <a:t> 될 수 </a:t>
            </a:r>
            <a:r>
              <a:rPr lang="en-US" altLang="ko-KR" err="1">
                <a:ea typeface="Calibri"/>
                <a:cs typeface="Calibri"/>
              </a:rPr>
              <a:t>있음</a:t>
            </a:r>
            <a:r>
              <a:rPr lang="en-US" altLang="ko-KR">
                <a:ea typeface="Calibri"/>
                <a:cs typeface="Calibri"/>
              </a:rPr>
              <a:t>. </a:t>
            </a:r>
            <a:r>
              <a:rPr lang="en-US" altLang="ko-KR" err="1">
                <a:ea typeface="Calibri"/>
                <a:cs typeface="Calibri"/>
              </a:rPr>
              <a:t>Release는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언제든</a:t>
            </a:r>
            <a:r>
              <a:rPr lang="en-US" altLang="ko-KR">
                <a:ea typeface="Calibri"/>
                <a:cs typeface="Calibri"/>
              </a:rPr>
              <a:t> 될 수 </a:t>
            </a:r>
            <a:r>
              <a:rPr lang="en-US" altLang="ko-KR" err="1">
                <a:ea typeface="Calibri"/>
                <a:cs typeface="Calibri"/>
              </a:rPr>
              <a:t>있음</a:t>
            </a:r>
            <a:r>
              <a:rPr lang="en-US" altLang="ko-KR">
                <a:ea typeface="Calibri"/>
                <a:cs typeface="Calibri"/>
              </a:rPr>
              <a:t>. </a:t>
            </a:r>
            <a:r>
              <a:rPr lang="en-US" altLang="ko-KR" err="1">
                <a:ea typeface="Calibri"/>
                <a:cs typeface="Calibri"/>
              </a:rPr>
              <a:t>그래서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SendPacket에서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Release되면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SendQ에</a:t>
            </a:r>
            <a:r>
              <a:rPr lang="en-US" altLang="ko-KR">
                <a:ea typeface="Calibri"/>
                <a:cs typeface="Calibri"/>
              </a:rPr>
              <a:t> 있는 직렬화 </a:t>
            </a:r>
            <a:r>
              <a:rPr lang="en-US" altLang="ko-KR" err="1">
                <a:ea typeface="Calibri"/>
                <a:cs typeface="Calibri"/>
              </a:rPr>
              <a:t>버퍼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반납해야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하니</a:t>
            </a:r>
            <a:r>
              <a:rPr lang="en-US" altLang="ko-KR">
                <a:ea typeface="Calibri"/>
                <a:cs typeface="Calibri"/>
              </a:rPr>
              <a:t> 그 </a:t>
            </a:r>
            <a:r>
              <a:rPr lang="en-US" altLang="ko-KR" err="1">
                <a:ea typeface="Calibri"/>
                <a:cs typeface="Calibri"/>
              </a:rPr>
              <a:t>처리를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해야</a:t>
            </a:r>
            <a:r>
              <a:rPr lang="en-US" altLang="ko-KR">
                <a:ea typeface="Calibri"/>
                <a:cs typeface="Calibri"/>
              </a:rPr>
              <a:t> 함. 그 </a:t>
            </a:r>
            <a:r>
              <a:rPr lang="en-US" altLang="ko-KR" err="1">
                <a:ea typeface="Calibri"/>
                <a:cs typeface="Calibri"/>
              </a:rPr>
              <a:t>다음에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OnClientLeave를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호출하여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컨텐츠에게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알려줌</a:t>
            </a:r>
            <a:r>
              <a:rPr lang="en-US" altLang="ko-KR">
                <a:ea typeface="Calibri"/>
                <a:cs typeface="Calibri"/>
              </a:rPr>
              <a:t>. </a:t>
            </a:r>
            <a:r>
              <a:rPr lang="en-US" altLang="ko-KR" err="1">
                <a:ea typeface="Calibri"/>
                <a:cs typeface="Calibri"/>
              </a:rPr>
              <a:t>마지막으로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해당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세션index를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락프리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스택에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push함</a:t>
            </a:r>
            <a:r>
              <a:rPr lang="en-US" altLang="ko-KR">
                <a:ea typeface="Calibri"/>
                <a:cs typeface="Calibri"/>
              </a:rPr>
              <a:t>.</a:t>
            </a:r>
          </a:p>
          <a:p>
            <a:pPr marL="171450" indent="-171450">
              <a:buFont typeface="Calibri"/>
              <a:buChar char="-"/>
            </a:pPr>
            <a:endParaRPr lang="en-US" altLang="ko-KR">
              <a:ea typeface="Calibri"/>
              <a:cs typeface="Calibri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56727C3-A892-CAD0-1A18-74D282C7EC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CDE012-9E2E-4477-8B5C-4E7D4E9BCBA6}" type="slidenum">
              <a:rPr lang="en-US" noProof="0" smtClean="0"/>
              <a:t>9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53366978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&lt;</a:t>
            </a:r>
            <a:r>
              <a:rPr lang="ko-KR" altLang="en-US">
                <a:ea typeface="맑은 고딕"/>
                <a:cs typeface="Calibri"/>
              </a:rPr>
              <a:t>대본</a:t>
            </a:r>
            <a:r>
              <a:rPr lang="en-US" altLang="ko-KR">
                <a:ea typeface="Calibri"/>
                <a:cs typeface="Calibri"/>
              </a:rPr>
              <a:t>&gt;</a:t>
            </a:r>
          </a:p>
          <a:p>
            <a:pPr marL="171450" indent="-171450">
              <a:buFont typeface="Calibri"/>
              <a:buChar char="-"/>
            </a:pPr>
            <a:r>
              <a:rPr lang="en-US" altLang="ko-KR" err="1">
                <a:ea typeface="Calibri"/>
                <a:cs typeface="Calibri"/>
              </a:rPr>
              <a:t>게임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라이브러리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구조는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전체적으로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그룹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클래스를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처리하는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부분과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기존의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네트워크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라이브러리가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했던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네트워크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로직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처리를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담당함</a:t>
            </a:r>
            <a:r>
              <a:rPr lang="en-US" altLang="ko-KR">
                <a:ea typeface="Calibri"/>
                <a:cs typeface="Calibri"/>
              </a:rPr>
              <a:t>.</a:t>
            </a:r>
          </a:p>
          <a:p>
            <a:pPr marL="171450" indent="-171450">
              <a:buFont typeface="Calibri"/>
              <a:buChar char="-"/>
            </a:pPr>
            <a:r>
              <a:rPr lang="en-US" altLang="ko-KR" err="1">
                <a:ea typeface="Calibri"/>
                <a:cs typeface="Calibri"/>
              </a:rPr>
              <a:t>그룹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클래스는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컨텐츠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클래스가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상속할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클래스임</a:t>
            </a:r>
            <a:r>
              <a:rPr lang="en-US" altLang="ko-KR">
                <a:ea typeface="Calibri"/>
                <a:cs typeface="Calibri"/>
              </a:rPr>
              <a:t>. </a:t>
            </a:r>
            <a:r>
              <a:rPr lang="en-US" altLang="ko-KR" err="1">
                <a:ea typeface="Calibri"/>
                <a:cs typeface="Calibri"/>
              </a:rPr>
              <a:t>이런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컨텐츠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객체를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싱글로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처리하기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위해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그룹의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멤버로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Lock을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들고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게임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라이브러리가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그룹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로직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처리할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때마다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Lock을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걸고</a:t>
            </a:r>
            <a:r>
              <a:rPr lang="en-US" altLang="ko-KR">
                <a:ea typeface="Calibri"/>
                <a:cs typeface="Calibri"/>
              </a:rPr>
              <a:t> 품.</a:t>
            </a:r>
          </a:p>
          <a:p>
            <a:pPr marL="171450" indent="-171450">
              <a:buFont typeface="Calibri"/>
              <a:buChar char="-"/>
            </a:pPr>
            <a:r>
              <a:rPr lang="en-US" altLang="ko-KR" err="1">
                <a:ea typeface="Calibri"/>
                <a:cs typeface="Calibri"/>
              </a:rPr>
              <a:t>컨텐츠에서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유저가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이동할</a:t>
            </a:r>
            <a:r>
              <a:rPr lang="en-US" altLang="ko-KR">
                <a:ea typeface="Calibri"/>
                <a:cs typeface="Calibri"/>
              </a:rPr>
              <a:t> 때 </a:t>
            </a:r>
            <a:r>
              <a:rPr lang="en-US" altLang="ko-KR" err="1">
                <a:ea typeface="Calibri"/>
                <a:cs typeface="Calibri"/>
              </a:rPr>
              <a:t>게임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라이브러리가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제공하는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그룹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이동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함수를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호출하면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PQCS를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쏴서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워커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스레드가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보내고자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하는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그룹의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콜백함수를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호출하면서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유저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객체의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포인트를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전달해줌</a:t>
            </a:r>
            <a:r>
              <a:rPr lang="en-US" altLang="ko-KR">
                <a:ea typeface="Calibri"/>
                <a:cs typeface="Calibri"/>
              </a:rPr>
              <a:t>. </a:t>
            </a:r>
            <a:r>
              <a:rPr lang="en-US" altLang="ko-KR" err="1">
                <a:ea typeface="Calibri"/>
                <a:cs typeface="Calibri"/>
              </a:rPr>
              <a:t>이를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통해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해당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컨텐츠는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특정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유저가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오는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것을</a:t>
            </a:r>
            <a:r>
              <a:rPr lang="en-US" altLang="ko-KR">
                <a:ea typeface="Calibri"/>
                <a:cs typeface="Calibri"/>
              </a:rPr>
              <a:t> 알 수 </a:t>
            </a:r>
            <a:r>
              <a:rPr lang="en-US" altLang="ko-KR" err="1">
                <a:ea typeface="Calibri"/>
                <a:cs typeface="Calibri"/>
              </a:rPr>
              <a:t>있음</a:t>
            </a:r>
            <a:r>
              <a:rPr lang="en-US" altLang="ko-KR">
                <a:ea typeface="Calibri"/>
                <a:cs typeface="Calibri"/>
              </a:rPr>
              <a:t>.</a:t>
            </a:r>
          </a:p>
          <a:p>
            <a:pPr marL="171450" indent="-171450">
              <a:buFont typeface="Calibri"/>
              <a:buChar char="-"/>
            </a:pPr>
            <a:r>
              <a:rPr lang="en-US" altLang="ko-KR" err="1">
                <a:ea typeface="Calibri"/>
                <a:cs typeface="Calibri"/>
              </a:rPr>
              <a:t>이런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그룹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클래스는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컨텐츠가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상속해야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하고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컨텐츠가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생성하는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유저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클래스의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경우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게임라이브러리가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알지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못하니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게임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라이브러리가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제공하는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IUser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클래스를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상속해야</a:t>
            </a:r>
            <a:r>
              <a:rPr lang="en-US" altLang="ko-KR">
                <a:ea typeface="Calibri"/>
                <a:cs typeface="Calibri"/>
              </a:rPr>
              <a:t> 함.  </a:t>
            </a:r>
          </a:p>
          <a:p>
            <a:pPr marL="171450" indent="-171450">
              <a:buFont typeface="Calibri"/>
              <a:buChar char="-"/>
            </a:pPr>
            <a:r>
              <a:rPr lang="en-US" altLang="ko-KR" err="1">
                <a:ea typeface="Calibri"/>
                <a:cs typeface="Calibri"/>
              </a:rPr>
              <a:t>컨텐츠들은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특정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프레임마다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어떠한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로직을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수행하고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싶을</a:t>
            </a:r>
            <a:r>
              <a:rPr lang="en-US" altLang="ko-KR">
                <a:ea typeface="Calibri"/>
                <a:cs typeface="Calibri"/>
              </a:rPr>
              <a:t> 수 </a:t>
            </a:r>
            <a:r>
              <a:rPr lang="en-US" altLang="ko-KR" err="1">
                <a:ea typeface="Calibri"/>
                <a:cs typeface="Calibri"/>
              </a:rPr>
              <a:t>있음</a:t>
            </a:r>
            <a:r>
              <a:rPr lang="en-US" altLang="ko-KR">
                <a:ea typeface="Calibri"/>
                <a:cs typeface="Calibri"/>
              </a:rPr>
              <a:t>. </a:t>
            </a:r>
            <a:r>
              <a:rPr lang="en-US" altLang="ko-KR" err="1">
                <a:ea typeface="Calibri"/>
                <a:cs typeface="Calibri"/>
              </a:rPr>
              <a:t>이때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프레임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스레드에서</a:t>
            </a:r>
            <a:r>
              <a:rPr lang="en-US" altLang="ko-KR">
                <a:ea typeface="Calibri"/>
                <a:cs typeface="Calibri"/>
              </a:rPr>
              <a:t> 그 </a:t>
            </a:r>
            <a:r>
              <a:rPr lang="en-US" altLang="ko-KR" err="1">
                <a:ea typeface="Calibri"/>
                <a:cs typeface="Calibri"/>
              </a:rPr>
              <a:t>프레임에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맞춰서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PQCS를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쏴주면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워커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스레드가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이를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받아서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콜백함수를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호출하여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컨텐츠의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프레임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로직이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실행됨</a:t>
            </a:r>
            <a:r>
              <a:rPr lang="en-US" altLang="ko-KR">
                <a:ea typeface="Calibri"/>
                <a:cs typeface="Calibri"/>
              </a:rPr>
              <a:t>.</a:t>
            </a:r>
          </a:p>
          <a:p>
            <a:pPr marL="171450" indent="-171450">
              <a:buFont typeface="Calibri"/>
              <a:buChar char="-"/>
            </a:pPr>
            <a:r>
              <a:rPr lang="en-US" altLang="ko-KR" err="1">
                <a:ea typeface="Calibri"/>
                <a:cs typeface="Calibri"/>
              </a:rPr>
              <a:t>세션의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메세지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처리도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해야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하기</a:t>
            </a:r>
            <a:r>
              <a:rPr lang="en-US" altLang="ko-KR">
                <a:ea typeface="Calibri"/>
                <a:cs typeface="Calibri"/>
              </a:rPr>
              <a:t> 때문에 </a:t>
            </a:r>
            <a:r>
              <a:rPr lang="en-US" altLang="ko-KR" err="1">
                <a:ea typeface="Calibri"/>
                <a:cs typeface="Calibri"/>
              </a:rPr>
              <a:t>어떤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세션에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메세지가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오면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세션의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멤버로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애초에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그룹id라는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것을</a:t>
            </a:r>
            <a:r>
              <a:rPr lang="en-US" altLang="ko-KR">
                <a:ea typeface="Calibri"/>
                <a:cs typeface="Calibri"/>
              </a:rPr>
              <a:t> 들어서 어떤 </a:t>
            </a:r>
            <a:r>
              <a:rPr lang="en-US" altLang="ko-KR" err="1">
                <a:ea typeface="Calibri"/>
                <a:cs typeface="Calibri"/>
              </a:rPr>
              <a:t>그룹인지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확인을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바로하여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해당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그룹의</a:t>
            </a:r>
            <a:r>
              <a:rPr lang="en-US" altLang="ko-KR">
                <a:ea typeface="Calibri"/>
                <a:cs typeface="Calibri"/>
              </a:rPr>
              <a:t> OnRecv </a:t>
            </a:r>
            <a:r>
              <a:rPr lang="en-US" altLang="ko-KR" err="1">
                <a:ea typeface="Calibri"/>
                <a:cs typeface="Calibri"/>
              </a:rPr>
              <a:t>콜백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함수를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호출함</a:t>
            </a:r>
            <a:r>
              <a:rPr lang="en-US" altLang="ko-KR">
                <a:ea typeface="Calibri"/>
                <a:cs typeface="Calibri"/>
              </a:rPr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CDE012-9E2E-4477-8B5C-4E7D4E9BCBA6}" type="slidenum">
              <a:rPr lang="en-US" noProof="0" smtClean="0"/>
              <a:t>10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84874331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>
                <a:ea typeface="Calibri"/>
                <a:cs typeface="Calibri"/>
              </a:rPr>
              <a:t>&lt;</a:t>
            </a:r>
            <a:r>
              <a:rPr lang="en-US" altLang="ko-KR" err="1">
                <a:ea typeface="Calibri"/>
                <a:cs typeface="Calibri"/>
              </a:rPr>
              <a:t>대본</a:t>
            </a:r>
            <a:r>
              <a:rPr lang="en-US" altLang="ko-KR">
                <a:ea typeface="Calibri"/>
                <a:cs typeface="Calibri"/>
              </a:rPr>
              <a:t>&gt;</a:t>
            </a:r>
          </a:p>
          <a:p>
            <a:pPr marL="171450" indent="-171450">
              <a:buFont typeface="Calibri"/>
              <a:buChar char="-"/>
            </a:pPr>
            <a:r>
              <a:rPr lang="en-US" altLang="ko-KR" err="1">
                <a:ea typeface="Calibri"/>
                <a:cs typeface="Calibri"/>
              </a:rPr>
              <a:t>게임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라이브러리의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스레드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모델을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보면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기본적으로는</a:t>
            </a:r>
            <a:r>
              <a:rPr lang="en-US" altLang="ko-KR">
                <a:ea typeface="Calibri"/>
                <a:cs typeface="Calibri"/>
              </a:rPr>
              <a:t> 네트워크 </a:t>
            </a:r>
            <a:r>
              <a:rPr lang="en-US" altLang="ko-KR" err="1">
                <a:ea typeface="Calibri"/>
                <a:cs typeface="Calibri"/>
              </a:rPr>
              <a:t>라이브러리의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스레드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모델과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같음</a:t>
            </a:r>
            <a:r>
              <a:rPr lang="en-US" altLang="ko-KR">
                <a:ea typeface="Calibri"/>
                <a:cs typeface="Calibri"/>
              </a:rPr>
              <a:t>. </a:t>
            </a:r>
            <a:r>
              <a:rPr lang="en-US" altLang="ko-KR" err="1">
                <a:ea typeface="Calibri"/>
                <a:cs typeface="Calibri"/>
              </a:rPr>
              <a:t>그러나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다른점은</a:t>
            </a:r>
            <a:r>
              <a:rPr lang="en-US" altLang="ko-KR">
                <a:ea typeface="Calibri"/>
                <a:cs typeface="Calibri"/>
              </a:rPr>
              <a:t> 프레임 스레드가 자체적으로 </a:t>
            </a:r>
            <a:r>
              <a:rPr lang="en-US" altLang="ko-KR" err="1">
                <a:ea typeface="Calibri"/>
                <a:cs typeface="Calibri"/>
              </a:rPr>
              <a:t>존재하여</a:t>
            </a:r>
            <a:r>
              <a:rPr lang="en-US" altLang="ko-KR">
                <a:ea typeface="Calibri"/>
                <a:cs typeface="Calibri"/>
              </a:rPr>
              <a:t> 각 </a:t>
            </a:r>
            <a:r>
              <a:rPr lang="en-US" altLang="ko-KR" err="1">
                <a:ea typeface="Calibri"/>
                <a:cs typeface="Calibri"/>
              </a:rPr>
              <a:t>그룹의</a:t>
            </a:r>
            <a:r>
              <a:rPr lang="en-US" altLang="ko-KR">
                <a:ea typeface="Calibri"/>
                <a:cs typeface="Calibri"/>
              </a:rPr>
              <a:t> 특정 프레임마다 PQCS를 쏴주어 프레임 로직이 처리될 수 </a:t>
            </a:r>
            <a:r>
              <a:rPr lang="en-US" altLang="ko-KR" err="1">
                <a:ea typeface="Calibri"/>
                <a:cs typeface="Calibri"/>
              </a:rPr>
              <a:t>있게</a:t>
            </a:r>
            <a:r>
              <a:rPr lang="en-US" altLang="ko-KR">
                <a:ea typeface="Calibri"/>
                <a:cs typeface="Calibri"/>
              </a:rPr>
              <a:t> 함. </a:t>
            </a:r>
            <a:r>
              <a:rPr lang="en-US" altLang="ko-KR" err="1">
                <a:ea typeface="Calibri"/>
                <a:cs typeface="Calibri"/>
              </a:rPr>
              <a:t>그리고</a:t>
            </a:r>
            <a:r>
              <a:rPr lang="en-US" altLang="ko-KR">
                <a:ea typeface="Calibri"/>
                <a:cs typeface="Calibri"/>
              </a:rPr>
              <a:t> IOCP </a:t>
            </a:r>
            <a:r>
              <a:rPr lang="en-US" altLang="ko-KR" err="1">
                <a:ea typeface="Calibri"/>
                <a:cs typeface="Calibri"/>
              </a:rPr>
              <a:t>워커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스레드는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기존에</a:t>
            </a:r>
            <a:r>
              <a:rPr lang="en-US" altLang="ko-KR">
                <a:ea typeface="Calibri"/>
                <a:cs typeface="Calibri"/>
              </a:rPr>
              <a:t> IO 완료 처리 및 세션 Release </a:t>
            </a:r>
            <a:r>
              <a:rPr lang="en-US" altLang="ko-KR" err="1">
                <a:ea typeface="Calibri"/>
                <a:cs typeface="Calibri"/>
              </a:rPr>
              <a:t>처리를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담당했으나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그룹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이동</a:t>
            </a:r>
            <a:r>
              <a:rPr lang="en-US" altLang="ko-KR">
                <a:ea typeface="Calibri"/>
                <a:cs typeface="Calibri"/>
              </a:rPr>
              <a:t> 및 </a:t>
            </a:r>
            <a:r>
              <a:rPr lang="en-US" altLang="ko-KR" err="1">
                <a:ea typeface="Calibri"/>
                <a:cs typeface="Calibri"/>
              </a:rPr>
              <a:t>실질적인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프레임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로직을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처리할</a:t>
            </a:r>
            <a:r>
              <a:rPr lang="en-US" altLang="ko-KR">
                <a:ea typeface="Calibri"/>
                <a:cs typeface="Calibri"/>
              </a:rPr>
              <a:t> 수 </a:t>
            </a:r>
            <a:r>
              <a:rPr lang="en-US" altLang="ko-KR" err="1">
                <a:ea typeface="Calibri"/>
                <a:cs typeface="Calibri"/>
              </a:rPr>
              <a:t>있게</a:t>
            </a:r>
            <a:r>
              <a:rPr lang="en-US" altLang="ko-KR">
                <a:ea typeface="Calibri"/>
                <a:cs typeface="Calibri"/>
              </a:rPr>
              <a:t> 함.</a:t>
            </a:r>
          </a:p>
          <a:p>
            <a:pPr marL="171450" indent="-171450">
              <a:buFont typeface="Calibri"/>
              <a:buChar char="-"/>
            </a:pPr>
            <a:r>
              <a:rPr lang="en-US" altLang="ko-KR">
                <a:ea typeface="Calibri"/>
                <a:cs typeface="Calibri"/>
              </a:rPr>
              <a:t>프레임 스레드에서 </a:t>
            </a:r>
            <a:r>
              <a:rPr lang="en-US" altLang="ko-KR" err="1">
                <a:ea typeface="Calibri"/>
                <a:cs typeface="Calibri"/>
              </a:rPr>
              <a:t>바로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프레임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로직을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처리하는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방식은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비효율</a:t>
            </a:r>
            <a:r>
              <a:rPr lang="en-US" altLang="ko-KR">
                <a:ea typeface="Calibri"/>
                <a:cs typeface="Calibri"/>
              </a:rPr>
              <a:t> 적임. 그룹 1개의 프레임 로직 처리가 길어지면 다른 그룹의 프레임 </a:t>
            </a:r>
            <a:r>
              <a:rPr lang="en-US" altLang="ko-KR" err="1">
                <a:ea typeface="Calibri"/>
                <a:cs typeface="Calibri"/>
              </a:rPr>
              <a:t>로직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처리도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덩달아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느려짐</a:t>
            </a:r>
            <a:r>
              <a:rPr lang="en-US" altLang="ko-KR">
                <a:ea typeface="Calibri"/>
                <a:cs typeface="Calibri"/>
              </a:rPr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CDE012-9E2E-4477-8B5C-4E7D4E9BCBA6}" type="slidenum">
              <a:rPr lang="en-US" noProof="0" smtClean="0"/>
              <a:t>11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73187573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>
                <a:ea typeface="Calibri"/>
                <a:cs typeface="Calibri"/>
              </a:rPr>
              <a:t>&lt;</a:t>
            </a:r>
            <a:r>
              <a:rPr lang="en-US" altLang="ko-KR" err="1">
                <a:ea typeface="Calibri"/>
                <a:cs typeface="Calibri"/>
              </a:rPr>
              <a:t>대본</a:t>
            </a:r>
            <a:r>
              <a:rPr lang="en-US" altLang="ko-KR">
                <a:ea typeface="Calibri"/>
                <a:cs typeface="Calibri"/>
              </a:rPr>
              <a:t>&gt;</a:t>
            </a:r>
            <a:endParaRPr lang="ko-KR" altLang="en-US">
              <a:ea typeface="맑은 고딕"/>
              <a:cs typeface="Calibri"/>
            </a:endParaRPr>
          </a:p>
          <a:p>
            <a:pPr marL="171450" indent="-171450">
              <a:buFont typeface="Calibri"/>
              <a:buChar char="-"/>
            </a:pPr>
            <a:r>
              <a:rPr lang="en-US" altLang="ko-KR" err="1">
                <a:ea typeface="Calibri"/>
                <a:cs typeface="Calibri"/>
              </a:rPr>
              <a:t>그룹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처리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관려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코드의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일부임</a:t>
            </a:r>
            <a:r>
              <a:rPr lang="en-US" altLang="ko-KR">
                <a:ea typeface="Calibri"/>
                <a:cs typeface="Calibri"/>
              </a:rPr>
              <a:t>.</a:t>
            </a:r>
          </a:p>
          <a:p>
            <a:pPr marL="171450" indent="-171450">
              <a:buFont typeface="Calibri"/>
              <a:buChar char="-"/>
            </a:pPr>
            <a:r>
              <a:rPr lang="en-US" altLang="ko-KR" err="1">
                <a:ea typeface="Calibri"/>
                <a:cs typeface="Calibri"/>
              </a:rPr>
              <a:t>우선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그룹을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상속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받은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컨텐츠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객체를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생성하고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나서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게임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라이브러리의</a:t>
            </a:r>
            <a:r>
              <a:rPr lang="en-US" altLang="ko-KR">
                <a:ea typeface="Calibri"/>
                <a:cs typeface="Calibri"/>
              </a:rPr>
              <a:t> Attach </a:t>
            </a:r>
            <a:r>
              <a:rPr lang="en-US" altLang="ko-KR" err="1">
                <a:ea typeface="Calibri"/>
                <a:cs typeface="Calibri"/>
              </a:rPr>
              <a:t>함수를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호출하여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게임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라이브러리에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그룹을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등록함</a:t>
            </a:r>
            <a:r>
              <a:rPr lang="en-US" altLang="ko-KR">
                <a:ea typeface="Calibri"/>
                <a:cs typeface="Calibri"/>
              </a:rPr>
              <a:t>. </a:t>
            </a:r>
            <a:r>
              <a:rPr lang="en-US" altLang="ko-KR" err="1">
                <a:ea typeface="Calibri"/>
                <a:cs typeface="Calibri"/>
              </a:rPr>
              <a:t>이때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그룹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객체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주소를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배열에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등록하는데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게임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라이브러리는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OnClientJoin함수는</a:t>
            </a:r>
            <a:r>
              <a:rPr lang="en-US" altLang="ko-KR">
                <a:ea typeface="Calibri"/>
                <a:cs typeface="Calibri"/>
              </a:rPr>
              <a:t> 0번 </a:t>
            </a:r>
            <a:r>
              <a:rPr lang="en-US" altLang="ko-KR" err="1">
                <a:ea typeface="Calibri"/>
                <a:cs typeface="Calibri"/>
              </a:rPr>
              <a:t>그룹에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대해서만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호출함</a:t>
            </a:r>
            <a:r>
              <a:rPr lang="en-US" altLang="ko-KR">
                <a:ea typeface="Calibri"/>
                <a:cs typeface="Calibri"/>
              </a:rPr>
              <a:t>. </a:t>
            </a:r>
            <a:r>
              <a:rPr lang="en-US" altLang="ko-KR" err="1">
                <a:ea typeface="Calibri"/>
                <a:cs typeface="Calibri"/>
              </a:rPr>
              <a:t>어쨌든</a:t>
            </a:r>
            <a:r>
              <a:rPr lang="en-US" altLang="ko-KR">
                <a:ea typeface="Calibri"/>
                <a:cs typeface="Calibri"/>
              </a:rPr>
              <a:t> Attach </a:t>
            </a:r>
            <a:r>
              <a:rPr lang="en-US" altLang="ko-KR" err="1">
                <a:ea typeface="Calibri"/>
                <a:cs typeface="Calibri"/>
              </a:rPr>
              <a:t>함수는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그룹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객체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주소와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해당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그룹의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이름을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string으로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받고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그룹의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프레임과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메세지를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처리할때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병렬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처리를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원하는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플래그를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매개인자로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받음</a:t>
            </a:r>
            <a:r>
              <a:rPr lang="en-US" altLang="ko-KR">
                <a:ea typeface="Calibri"/>
                <a:cs typeface="Calibri"/>
              </a:rPr>
              <a:t>. </a:t>
            </a:r>
            <a:r>
              <a:rPr lang="en-US" altLang="ko-KR" err="1">
                <a:ea typeface="Calibri"/>
                <a:cs typeface="Calibri"/>
              </a:rPr>
              <a:t>게임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라이브러리는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그룹의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구분을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그룹id를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통해서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하는데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그룹ID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부여는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게임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라이브러리가</a:t>
            </a:r>
            <a:r>
              <a:rPr lang="en-US" altLang="ko-KR">
                <a:ea typeface="Calibri"/>
                <a:cs typeface="Calibri"/>
              </a:rPr>
              <a:t> 함. </a:t>
            </a:r>
            <a:r>
              <a:rPr lang="en-US" altLang="ko-KR" err="1">
                <a:ea typeface="Calibri"/>
                <a:cs typeface="Calibri"/>
              </a:rPr>
              <a:t>그런데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외부의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컨텐츠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사용자는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그룹ID에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대해서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모르고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컨텐츠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이름만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알고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있음</a:t>
            </a:r>
            <a:r>
              <a:rPr lang="en-US" altLang="ko-KR">
                <a:ea typeface="Calibri"/>
                <a:cs typeface="Calibri"/>
              </a:rPr>
              <a:t>. </a:t>
            </a:r>
            <a:r>
              <a:rPr lang="en-US" altLang="ko-KR" err="1">
                <a:ea typeface="Calibri"/>
                <a:cs typeface="Calibri"/>
              </a:rPr>
              <a:t>그래서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컨텐츠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이름과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그룹id를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대응시키는</a:t>
            </a:r>
            <a:r>
              <a:rPr lang="en-US" altLang="ko-KR">
                <a:ea typeface="Calibri"/>
                <a:cs typeface="Calibri"/>
              </a:rPr>
              <a:t> map </a:t>
            </a:r>
            <a:r>
              <a:rPr lang="en-US" altLang="ko-KR" err="1">
                <a:ea typeface="Calibri"/>
                <a:cs typeface="Calibri"/>
              </a:rPr>
              <a:t>자료구조를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게임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라이브러리가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들고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있어서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컨텐츠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사용자가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어떤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그룹으로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이동하고싶다고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매개인자로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컨텐츠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이름을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전달하면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내부에서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해당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이름을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가지고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그룹ID를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찾아서</a:t>
            </a:r>
            <a:r>
              <a:rPr lang="en-US" altLang="ko-KR">
                <a:ea typeface="Calibri"/>
                <a:cs typeface="Calibri"/>
              </a:rPr>
              <a:t> 그 </a:t>
            </a:r>
            <a:r>
              <a:rPr lang="en-US" altLang="ko-KR" err="1">
                <a:ea typeface="Calibri"/>
                <a:cs typeface="Calibri"/>
              </a:rPr>
              <a:t>그룹으로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이동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시켜줌</a:t>
            </a:r>
            <a:r>
              <a:rPr lang="en-US" altLang="ko-KR">
                <a:ea typeface="Calibri"/>
                <a:cs typeface="Calibri"/>
              </a:rPr>
              <a:t>. </a:t>
            </a:r>
          </a:p>
          <a:p>
            <a:pPr marL="171450" indent="-171450">
              <a:buFont typeface="Calibri"/>
              <a:buChar char="-"/>
            </a:pPr>
            <a:r>
              <a:rPr lang="en-US" altLang="ko-KR" err="1">
                <a:ea typeface="Calibri"/>
                <a:cs typeface="Calibri"/>
              </a:rPr>
              <a:t>그룹의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프레임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처리를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위한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프레임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스레드임</a:t>
            </a:r>
            <a:r>
              <a:rPr lang="en-US" altLang="ko-KR">
                <a:ea typeface="Calibri"/>
                <a:cs typeface="Calibri"/>
              </a:rPr>
              <a:t>. </a:t>
            </a:r>
            <a:r>
              <a:rPr lang="en-US" altLang="ko-KR" err="1">
                <a:ea typeface="Calibri"/>
                <a:cs typeface="Calibri"/>
              </a:rPr>
              <a:t>프레임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스레드는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반복문을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돌면서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시간을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체크하고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해당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그룹의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특정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프레임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시간이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되었으면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PQCS로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쏴주고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그룹의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OldTime을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갱신해줌</a:t>
            </a:r>
            <a:r>
              <a:rPr lang="en-US" altLang="ko-KR">
                <a:ea typeface="Calibri"/>
                <a:cs typeface="Calibri"/>
              </a:rPr>
              <a:t>. </a:t>
            </a:r>
            <a:r>
              <a:rPr lang="en-US" altLang="ko-KR" err="1">
                <a:ea typeface="Calibri"/>
                <a:cs typeface="Calibri"/>
              </a:rPr>
              <a:t>이때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프레임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스레드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자체가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느리게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동작하는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경우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밀린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만큼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cnt를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계산해서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for문을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돌아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해당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횟수만큼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pqcs를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쏴서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프레임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로직을</a:t>
            </a:r>
            <a:r>
              <a:rPr lang="en-US" altLang="ko-KR">
                <a:ea typeface="Calibri"/>
                <a:cs typeface="Calibri"/>
              </a:rPr>
              <a:t> 더 </a:t>
            </a:r>
            <a:r>
              <a:rPr lang="en-US" altLang="ko-KR" err="1">
                <a:ea typeface="Calibri"/>
                <a:cs typeface="Calibri"/>
              </a:rPr>
              <a:t>많이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처리하도록</a:t>
            </a:r>
            <a:r>
              <a:rPr lang="en-US" altLang="ko-KR">
                <a:ea typeface="Calibri"/>
                <a:cs typeface="Calibri"/>
              </a:rPr>
              <a:t> 함.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CDE012-9E2E-4477-8B5C-4E7D4E9BCBA6}" type="slidenum">
              <a:rPr lang="en-US" noProof="0" smtClean="0"/>
              <a:t>12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56291258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>
                <a:ea typeface="Calibri"/>
                <a:cs typeface="Calibri"/>
              </a:rPr>
              <a:t>&lt;</a:t>
            </a:r>
            <a:r>
              <a:rPr lang="en-US" altLang="ko-KR" err="1">
                <a:ea typeface="Calibri"/>
                <a:cs typeface="Calibri"/>
              </a:rPr>
              <a:t>대본</a:t>
            </a:r>
            <a:r>
              <a:rPr lang="en-US" altLang="ko-KR">
                <a:ea typeface="Calibri"/>
                <a:cs typeface="Calibri"/>
              </a:rPr>
              <a:t>&gt;</a:t>
            </a:r>
            <a:endParaRPr lang="ko-KR" altLang="en-US">
              <a:ea typeface="맑은 고딕"/>
              <a:cs typeface="Calibri"/>
            </a:endParaRPr>
          </a:p>
          <a:p>
            <a:pPr marL="171450" indent="-171450">
              <a:buFont typeface="Calibri"/>
              <a:buChar char="-"/>
            </a:pPr>
            <a:r>
              <a:rPr lang="en-US" altLang="ko-KR" err="1">
                <a:ea typeface="Calibri"/>
                <a:cs typeface="Calibri"/>
              </a:rPr>
              <a:t>그룹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처리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관려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코드의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일부임</a:t>
            </a:r>
            <a:r>
              <a:rPr lang="en-US" altLang="ko-KR">
                <a:ea typeface="Calibri"/>
                <a:cs typeface="Calibri"/>
              </a:rPr>
              <a:t>.</a:t>
            </a:r>
          </a:p>
          <a:p>
            <a:pPr marL="171450" indent="-171450">
              <a:buFont typeface="Calibri"/>
              <a:buChar char="-"/>
            </a:pPr>
            <a:r>
              <a:rPr lang="en-US" altLang="ko-KR" err="1">
                <a:ea typeface="Calibri"/>
                <a:cs typeface="Calibri"/>
              </a:rPr>
              <a:t>우선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그룹을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상속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받은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컨텐츠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객체를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생성하고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나서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게임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라이브러리의</a:t>
            </a:r>
            <a:r>
              <a:rPr lang="en-US" altLang="ko-KR">
                <a:ea typeface="Calibri"/>
                <a:cs typeface="Calibri"/>
              </a:rPr>
              <a:t> Attach </a:t>
            </a:r>
            <a:r>
              <a:rPr lang="en-US" altLang="ko-KR" err="1">
                <a:ea typeface="Calibri"/>
                <a:cs typeface="Calibri"/>
              </a:rPr>
              <a:t>함수를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호출하여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게임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라이브러리에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그룹을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등록함</a:t>
            </a:r>
            <a:r>
              <a:rPr lang="en-US" altLang="ko-KR">
                <a:ea typeface="Calibri"/>
                <a:cs typeface="Calibri"/>
              </a:rPr>
              <a:t>. </a:t>
            </a:r>
            <a:r>
              <a:rPr lang="en-US" altLang="ko-KR" err="1">
                <a:ea typeface="Calibri"/>
                <a:cs typeface="Calibri"/>
              </a:rPr>
              <a:t>이때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그룹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객체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주소를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배열에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등록하는데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게임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라이브러리는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OnClientJoin함수는</a:t>
            </a:r>
            <a:r>
              <a:rPr lang="en-US" altLang="ko-KR">
                <a:ea typeface="Calibri"/>
                <a:cs typeface="Calibri"/>
              </a:rPr>
              <a:t> 0번 </a:t>
            </a:r>
            <a:r>
              <a:rPr lang="en-US" altLang="ko-KR" err="1">
                <a:ea typeface="Calibri"/>
                <a:cs typeface="Calibri"/>
              </a:rPr>
              <a:t>그룹에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대해서만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호출함</a:t>
            </a:r>
            <a:r>
              <a:rPr lang="en-US" altLang="ko-KR">
                <a:ea typeface="Calibri"/>
                <a:cs typeface="Calibri"/>
              </a:rPr>
              <a:t>. </a:t>
            </a:r>
            <a:r>
              <a:rPr lang="en-US" altLang="ko-KR" err="1">
                <a:ea typeface="Calibri"/>
                <a:cs typeface="Calibri"/>
              </a:rPr>
              <a:t>어쨌든</a:t>
            </a:r>
            <a:r>
              <a:rPr lang="en-US" altLang="ko-KR">
                <a:ea typeface="Calibri"/>
                <a:cs typeface="Calibri"/>
              </a:rPr>
              <a:t> Attach </a:t>
            </a:r>
            <a:r>
              <a:rPr lang="en-US" altLang="ko-KR" err="1">
                <a:ea typeface="Calibri"/>
                <a:cs typeface="Calibri"/>
              </a:rPr>
              <a:t>함수는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그룹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객체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주소와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해당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그룹의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이름을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string으로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받고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그룹의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프레임과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메세지를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처리할때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병렬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처리를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원하는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플래그를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매개인자로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받음</a:t>
            </a:r>
            <a:r>
              <a:rPr lang="en-US" altLang="ko-KR">
                <a:ea typeface="Calibri"/>
                <a:cs typeface="Calibri"/>
              </a:rPr>
              <a:t>. </a:t>
            </a:r>
            <a:r>
              <a:rPr lang="en-US" altLang="ko-KR" err="1">
                <a:ea typeface="Calibri"/>
                <a:cs typeface="Calibri"/>
              </a:rPr>
              <a:t>게임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라이브러리는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그룹의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구분을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그룹id를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통해서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하는데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그룹ID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부여는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게임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라이브러리가</a:t>
            </a:r>
            <a:r>
              <a:rPr lang="en-US" altLang="ko-KR">
                <a:ea typeface="Calibri"/>
                <a:cs typeface="Calibri"/>
              </a:rPr>
              <a:t> 함. </a:t>
            </a:r>
            <a:r>
              <a:rPr lang="en-US" altLang="ko-KR" err="1">
                <a:ea typeface="Calibri"/>
                <a:cs typeface="Calibri"/>
              </a:rPr>
              <a:t>그런데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외부의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컨텐츠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사용자는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그룹ID에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대해서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모르고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컨텐츠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이름만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알고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있음</a:t>
            </a:r>
            <a:r>
              <a:rPr lang="en-US" altLang="ko-KR">
                <a:ea typeface="Calibri"/>
                <a:cs typeface="Calibri"/>
              </a:rPr>
              <a:t>. </a:t>
            </a:r>
            <a:r>
              <a:rPr lang="en-US" altLang="ko-KR" err="1">
                <a:ea typeface="Calibri"/>
                <a:cs typeface="Calibri"/>
              </a:rPr>
              <a:t>그래서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컨텐츠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이름과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그룹id를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대응시키는</a:t>
            </a:r>
            <a:r>
              <a:rPr lang="en-US" altLang="ko-KR">
                <a:ea typeface="Calibri"/>
                <a:cs typeface="Calibri"/>
              </a:rPr>
              <a:t> map </a:t>
            </a:r>
            <a:r>
              <a:rPr lang="en-US" altLang="ko-KR" err="1">
                <a:ea typeface="Calibri"/>
                <a:cs typeface="Calibri"/>
              </a:rPr>
              <a:t>자료구조를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게임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라이브러리가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들고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있어서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컨텐츠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사용자가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어떤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그룹으로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이동하고싶다고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매개인자로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컨텐츠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이름을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전달하면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내부에서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해당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이름을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가지고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그룹ID를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찾아서</a:t>
            </a:r>
            <a:r>
              <a:rPr lang="en-US" altLang="ko-KR">
                <a:ea typeface="Calibri"/>
                <a:cs typeface="Calibri"/>
              </a:rPr>
              <a:t> 그 </a:t>
            </a:r>
            <a:r>
              <a:rPr lang="en-US" altLang="ko-KR" err="1">
                <a:ea typeface="Calibri"/>
                <a:cs typeface="Calibri"/>
              </a:rPr>
              <a:t>그룹으로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이동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시켜줌</a:t>
            </a:r>
            <a:r>
              <a:rPr lang="en-US" altLang="ko-KR">
                <a:ea typeface="Calibri"/>
                <a:cs typeface="Calibri"/>
              </a:rPr>
              <a:t>. </a:t>
            </a:r>
          </a:p>
          <a:p>
            <a:pPr marL="171450" indent="-171450">
              <a:buFont typeface="Calibri"/>
              <a:buChar char="-"/>
            </a:pPr>
            <a:r>
              <a:rPr lang="en-US" altLang="ko-KR" err="1">
                <a:ea typeface="Calibri"/>
                <a:cs typeface="Calibri"/>
              </a:rPr>
              <a:t>그룹의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프레임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처리를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위한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프레임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스레드임</a:t>
            </a:r>
            <a:r>
              <a:rPr lang="en-US" altLang="ko-KR">
                <a:ea typeface="Calibri"/>
                <a:cs typeface="Calibri"/>
              </a:rPr>
              <a:t>. </a:t>
            </a:r>
            <a:r>
              <a:rPr lang="en-US" altLang="ko-KR" err="1">
                <a:ea typeface="Calibri"/>
                <a:cs typeface="Calibri"/>
              </a:rPr>
              <a:t>프레임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스레드는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반복문을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돌면서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시간을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체크하고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해당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그룹의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특정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프레임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시간이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되었으면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PQCS로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쏴주고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그룹의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OldTime을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갱신해줌</a:t>
            </a:r>
            <a:r>
              <a:rPr lang="en-US" altLang="ko-KR">
                <a:ea typeface="Calibri"/>
                <a:cs typeface="Calibri"/>
              </a:rPr>
              <a:t>. </a:t>
            </a:r>
            <a:r>
              <a:rPr lang="en-US" altLang="ko-KR" err="1">
                <a:ea typeface="Calibri"/>
                <a:cs typeface="Calibri"/>
              </a:rPr>
              <a:t>이때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프레임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스레드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자체가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느리게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동작하는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경우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밀린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만큼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cnt를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계산해서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for문을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돌아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해당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횟수만큼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pqcs를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쏴서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프레임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로직을</a:t>
            </a:r>
            <a:r>
              <a:rPr lang="en-US" altLang="ko-KR">
                <a:ea typeface="Calibri"/>
                <a:cs typeface="Calibri"/>
              </a:rPr>
              <a:t> 더 </a:t>
            </a:r>
            <a:r>
              <a:rPr lang="en-US" altLang="ko-KR" err="1">
                <a:ea typeface="Calibri"/>
                <a:cs typeface="Calibri"/>
              </a:rPr>
              <a:t>많이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처리하도록</a:t>
            </a:r>
            <a:r>
              <a:rPr lang="en-US" altLang="ko-KR">
                <a:ea typeface="Calibri"/>
                <a:cs typeface="Calibri"/>
              </a:rPr>
              <a:t> 함.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CDE012-9E2E-4477-8B5C-4E7D4E9BCBA6}" type="slidenum">
              <a:rPr lang="en-US" noProof="0" smtClean="0"/>
              <a:t>13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56291258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>
                <a:ea typeface="Calibri"/>
                <a:cs typeface="Calibri"/>
              </a:rPr>
              <a:t>&lt;</a:t>
            </a:r>
            <a:r>
              <a:rPr lang="en-US" altLang="ko-KR" err="1">
                <a:ea typeface="Calibri"/>
                <a:cs typeface="Calibri"/>
              </a:rPr>
              <a:t>대본</a:t>
            </a:r>
            <a:r>
              <a:rPr lang="en-US" altLang="ko-KR">
                <a:ea typeface="Calibri"/>
                <a:cs typeface="Calibri"/>
              </a:rPr>
              <a:t>&gt;</a:t>
            </a:r>
            <a:endParaRPr lang="ko-KR" altLang="en-US">
              <a:ea typeface="맑은 고딕"/>
              <a:cs typeface="Calibri"/>
            </a:endParaRPr>
          </a:p>
          <a:p>
            <a:pPr marL="171450" indent="-171450">
              <a:buFont typeface="Calibri"/>
              <a:buChar char="-"/>
            </a:pPr>
            <a:r>
              <a:rPr lang="en-US" altLang="ko-KR" err="1">
                <a:ea typeface="Calibri"/>
                <a:cs typeface="Calibri"/>
              </a:rPr>
              <a:t>그룹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처리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관려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코드의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일부임</a:t>
            </a:r>
            <a:r>
              <a:rPr lang="en-US" altLang="ko-KR">
                <a:ea typeface="Calibri"/>
                <a:cs typeface="Calibri"/>
              </a:rPr>
              <a:t>.</a:t>
            </a:r>
          </a:p>
          <a:p>
            <a:pPr marL="171450" indent="-171450">
              <a:buFont typeface="Calibri"/>
              <a:buChar char="-"/>
            </a:pPr>
            <a:r>
              <a:rPr lang="en-US" altLang="ko-KR" err="1">
                <a:ea typeface="Calibri"/>
                <a:cs typeface="Calibri"/>
              </a:rPr>
              <a:t>우선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그룹을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상속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받은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컨텐츠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객체를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생성하고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나서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게임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라이브러리의</a:t>
            </a:r>
            <a:r>
              <a:rPr lang="en-US" altLang="ko-KR">
                <a:ea typeface="Calibri"/>
                <a:cs typeface="Calibri"/>
              </a:rPr>
              <a:t> Attach </a:t>
            </a:r>
            <a:r>
              <a:rPr lang="en-US" altLang="ko-KR" err="1">
                <a:ea typeface="Calibri"/>
                <a:cs typeface="Calibri"/>
              </a:rPr>
              <a:t>함수를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호출하여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게임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라이브러리에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그룹을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등록함</a:t>
            </a:r>
            <a:r>
              <a:rPr lang="en-US" altLang="ko-KR">
                <a:ea typeface="Calibri"/>
                <a:cs typeface="Calibri"/>
              </a:rPr>
              <a:t>. </a:t>
            </a:r>
            <a:r>
              <a:rPr lang="en-US" altLang="ko-KR" err="1">
                <a:ea typeface="Calibri"/>
                <a:cs typeface="Calibri"/>
              </a:rPr>
              <a:t>이때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그룹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객체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주소를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배열에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등록하는데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게임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라이브러리는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OnClientJoin함수는</a:t>
            </a:r>
            <a:r>
              <a:rPr lang="en-US" altLang="ko-KR">
                <a:ea typeface="Calibri"/>
                <a:cs typeface="Calibri"/>
              </a:rPr>
              <a:t> 0번 </a:t>
            </a:r>
            <a:r>
              <a:rPr lang="en-US" altLang="ko-KR" err="1">
                <a:ea typeface="Calibri"/>
                <a:cs typeface="Calibri"/>
              </a:rPr>
              <a:t>그룹에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대해서만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호출함</a:t>
            </a:r>
            <a:r>
              <a:rPr lang="en-US" altLang="ko-KR">
                <a:ea typeface="Calibri"/>
                <a:cs typeface="Calibri"/>
              </a:rPr>
              <a:t>. </a:t>
            </a:r>
            <a:r>
              <a:rPr lang="en-US" altLang="ko-KR" err="1">
                <a:ea typeface="Calibri"/>
                <a:cs typeface="Calibri"/>
              </a:rPr>
              <a:t>어쨌든</a:t>
            </a:r>
            <a:r>
              <a:rPr lang="en-US" altLang="ko-KR">
                <a:ea typeface="Calibri"/>
                <a:cs typeface="Calibri"/>
              </a:rPr>
              <a:t> Attach </a:t>
            </a:r>
            <a:r>
              <a:rPr lang="en-US" altLang="ko-KR" err="1">
                <a:ea typeface="Calibri"/>
                <a:cs typeface="Calibri"/>
              </a:rPr>
              <a:t>함수는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그룹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객체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주소와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해당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그룹의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이름을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string으로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받고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그룹의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프레임과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메세지를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처리할때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병렬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처리를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원하는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플래그를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매개인자로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받음</a:t>
            </a:r>
            <a:r>
              <a:rPr lang="en-US" altLang="ko-KR">
                <a:ea typeface="Calibri"/>
                <a:cs typeface="Calibri"/>
              </a:rPr>
              <a:t>. </a:t>
            </a:r>
            <a:r>
              <a:rPr lang="en-US" altLang="ko-KR" err="1">
                <a:ea typeface="Calibri"/>
                <a:cs typeface="Calibri"/>
              </a:rPr>
              <a:t>게임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라이브러리는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그룹의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구분을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그룹id를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통해서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하는데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그룹ID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부여는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게임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라이브러리가</a:t>
            </a:r>
            <a:r>
              <a:rPr lang="en-US" altLang="ko-KR">
                <a:ea typeface="Calibri"/>
                <a:cs typeface="Calibri"/>
              </a:rPr>
              <a:t> 함. </a:t>
            </a:r>
            <a:r>
              <a:rPr lang="en-US" altLang="ko-KR" err="1">
                <a:ea typeface="Calibri"/>
                <a:cs typeface="Calibri"/>
              </a:rPr>
              <a:t>그런데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외부의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컨텐츠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사용자는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그룹ID에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대해서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모르고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컨텐츠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이름만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알고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있음</a:t>
            </a:r>
            <a:r>
              <a:rPr lang="en-US" altLang="ko-KR">
                <a:ea typeface="Calibri"/>
                <a:cs typeface="Calibri"/>
              </a:rPr>
              <a:t>. </a:t>
            </a:r>
            <a:r>
              <a:rPr lang="en-US" altLang="ko-KR" err="1">
                <a:ea typeface="Calibri"/>
                <a:cs typeface="Calibri"/>
              </a:rPr>
              <a:t>그래서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컨텐츠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이름과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그룹id를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대응시키는</a:t>
            </a:r>
            <a:r>
              <a:rPr lang="en-US" altLang="ko-KR">
                <a:ea typeface="Calibri"/>
                <a:cs typeface="Calibri"/>
              </a:rPr>
              <a:t> map </a:t>
            </a:r>
            <a:r>
              <a:rPr lang="en-US" altLang="ko-KR" err="1">
                <a:ea typeface="Calibri"/>
                <a:cs typeface="Calibri"/>
              </a:rPr>
              <a:t>자료구조를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게임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라이브러리가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들고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있어서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컨텐츠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사용자가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어떤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그룹으로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이동하고싶다고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매개인자로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컨텐츠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이름을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전달하면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내부에서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해당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이름을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가지고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그룹ID를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찾아서</a:t>
            </a:r>
            <a:r>
              <a:rPr lang="en-US" altLang="ko-KR">
                <a:ea typeface="Calibri"/>
                <a:cs typeface="Calibri"/>
              </a:rPr>
              <a:t> 그 </a:t>
            </a:r>
            <a:r>
              <a:rPr lang="en-US" altLang="ko-KR" err="1">
                <a:ea typeface="Calibri"/>
                <a:cs typeface="Calibri"/>
              </a:rPr>
              <a:t>그룹으로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이동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시켜줌</a:t>
            </a:r>
            <a:r>
              <a:rPr lang="en-US" altLang="ko-KR">
                <a:ea typeface="Calibri"/>
                <a:cs typeface="Calibri"/>
              </a:rPr>
              <a:t>. </a:t>
            </a:r>
          </a:p>
          <a:p>
            <a:pPr marL="171450" indent="-171450">
              <a:buFont typeface="Calibri"/>
              <a:buChar char="-"/>
            </a:pPr>
            <a:r>
              <a:rPr lang="en-US" altLang="ko-KR" err="1">
                <a:ea typeface="Calibri"/>
                <a:cs typeface="Calibri"/>
              </a:rPr>
              <a:t>그룹의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프레임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처리를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위한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프레임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스레드임</a:t>
            </a:r>
            <a:r>
              <a:rPr lang="en-US" altLang="ko-KR">
                <a:ea typeface="Calibri"/>
                <a:cs typeface="Calibri"/>
              </a:rPr>
              <a:t>. </a:t>
            </a:r>
            <a:r>
              <a:rPr lang="en-US" altLang="ko-KR" err="1">
                <a:ea typeface="Calibri"/>
                <a:cs typeface="Calibri"/>
              </a:rPr>
              <a:t>프레임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스레드는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반복문을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돌면서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시간을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체크하고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해당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그룹의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특정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프레임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시간이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되었으면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PQCS로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쏴주고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그룹의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OldTime을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갱신해줌</a:t>
            </a:r>
            <a:r>
              <a:rPr lang="en-US" altLang="ko-KR">
                <a:ea typeface="Calibri"/>
                <a:cs typeface="Calibri"/>
              </a:rPr>
              <a:t>. </a:t>
            </a:r>
            <a:r>
              <a:rPr lang="en-US" altLang="ko-KR" err="1">
                <a:ea typeface="Calibri"/>
                <a:cs typeface="Calibri"/>
              </a:rPr>
              <a:t>이때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프레임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스레드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자체가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느리게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동작하는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경우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밀린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만큼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cnt를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계산해서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for문을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돌아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해당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횟수만큼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pqcs를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쏴서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프레임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로직을</a:t>
            </a:r>
            <a:r>
              <a:rPr lang="en-US" altLang="ko-KR">
                <a:ea typeface="Calibri"/>
                <a:cs typeface="Calibri"/>
              </a:rPr>
              <a:t> 더 </a:t>
            </a:r>
            <a:r>
              <a:rPr lang="en-US" altLang="ko-KR" err="1">
                <a:ea typeface="Calibri"/>
                <a:cs typeface="Calibri"/>
              </a:rPr>
              <a:t>많이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처리하도록</a:t>
            </a:r>
            <a:r>
              <a:rPr lang="en-US" altLang="ko-KR">
                <a:ea typeface="Calibri"/>
                <a:cs typeface="Calibri"/>
              </a:rPr>
              <a:t> 함.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CDE012-9E2E-4477-8B5C-4E7D4E9BCBA6}" type="slidenum">
              <a:rPr lang="en-US" noProof="0" smtClean="0"/>
              <a:t>14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56291258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>
                <a:ea typeface="Calibri"/>
                <a:cs typeface="Calibri"/>
              </a:rPr>
              <a:t>&lt;</a:t>
            </a:r>
            <a:r>
              <a:rPr lang="en-US" altLang="ko-KR" err="1">
                <a:ea typeface="Calibri"/>
                <a:cs typeface="Calibri"/>
              </a:rPr>
              <a:t>대본</a:t>
            </a:r>
            <a:r>
              <a:rPr lang="en-US" altLang="ko-KR">
                <a:ea typeface="Calibri"/>
                <a:cs typeface="Calibri"/>
              </a:rPr>
              <a:t>&gt;</a:t>
            </a:r>
          </a:p>
          <a:p>
            <a:pPr marL="171450" indent="-171450">
              <a:buFont typeface="Calibri"/>
              <a:buChar char="-"/>
            </a:pPr>
            <a:r>
              <a:rPr lang="en-US" altLang="ko-KR">
                <a:ea typeface="Calibri"/>
                <a:cs typeface="Calibri"/>
              </a:rPr>
              <a:t>네트워크 </a:t>
            </a:r>
            <a:r>
              <a:rPr lang="en-US" altLang="ko-KR" err="1">
                <a:ea typeface="Calibri"/>
                <a:cs typeface="Calibri"/>
              </a:rPr>
              <a:t>라이브러리</a:t>
            </a:r>
            <a:r>
              <a:rPr lang="en-US" altLang="ko-KR">
                <a:ea typeface="Calibri"/>
                <a:cs typeface="Calibri"/>
              </a:rPr>
              <a:t> 및 </a:t>
            </a:r>
            <a:r>
              <a:rPr lang="en-US" altLang="ko-KR" err="1">
                <a:ea typeface="Calibri"/>
                <a:cs typeface="Calibri"/>
              </a:rPr>
              <a:t>게임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라이브러리를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통해서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서버를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구성함</a:t>
            </a:r>
            <a:r>
              <a:rPr lang="en-US" altLang="ko-KR">
                <a:ea typeface="Calibri"/>
                <a:cs typeface="Calibri"/>
              </a:rPr>
              <a:t>.</a:t>
            </a:r>
          </a:p>
          <a:p>
            <a:pPr marL="171450" indent="-171450">
              <a:buFont typeface="Calibri"/>
              <a:buChar char="-"/>
            </a:pPr>
            <a:r>
              <a:rPr lang="en-US" altLang="ko-KR" err="1">
                <a:ea typeface="Calibri"/>
                <a:cs typeface="Calibri"/>
              </a:rPr>
              <a:t>채팅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서버의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경우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무중단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테스트할</a:t>
            </a:r>
            <a:r>
              <a:rPr lang="en-US" altLang="ko-KR">
                <a:ea typeface="Calibri"/>
                <a:cs typeface="Calibri"/>
              </a:rPr>
              <a:t> 때 </a:t>
            </a:r>
            <a:r>
              <a:rPr lang="en-US" altLang="ko-KR" err="1">
                <a:ea typeface="Calibri"/>
                <a:cs typeface="Calibri"/>
              </a:rPr>
              <a:t>싱글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스레드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구조로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만들었음</a:t>
            </a:r>
            <a:r>
              <a:rPr lang="en-US" altLang="ko-KR">
                <a:ea typeface="Calibri"/>
                <a:cs typeface="Calibri"/>
              </a:rPr>
              <a:t>. </a:t>
            </a:r>
            <a:r>
              <a:rPr lang="en-US" altLang="ko-KR" err="1">
                <a:ea typeface="Calibri"/>
                <a:cs typeface="Calibri"/>
              </a:rPr>
              <a:t>멀티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스레드로도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만든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버전이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있지만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테스트는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싱글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스레드로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하였음</a:t>
            </a:r>
            <a:r>
              <a:rPr lang="en-US" altLang="ko-KR">
                <a:ea typeface="Calibri"/>
                <a:cs typeface="Calibri"/>
              </a:rPr>
              <a:t>.</a:t>
            </a:r>
          </a:p>
          <a:p>
            <a:pPr marL="171450" indent="-171450">
              <a:buFont typeface="Calibri"/>
              <a:buChar char="-"/>
            </a:pPr>
            <a:r>
              <a:rPr lang="en-US" altLang="ko-KR" err="1">
                <a:ea typeface="Calibri"/>
                <a:cs typeface="Calibri"/>
              </a:rPr>
              <a:t>로그인서버와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연동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테스트하는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채팅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서버의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경우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내부적으로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인증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처리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스레드가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있어서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채팅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서버의</a:t>
            </a:r>
            <a:r>
              <a:rPr lang="en-US" altLang="ko-KR">
                <a:ea typeface="Calibri"/>
                <a:cs typeface="Calibri"/>
              </a:rPr>
              <a:t> update </a:t>
            </a:r>
            <a:r>
              <a:rPr lang="en-US" altLang="ko-KR" err="1">
                <a:ea typeface="Calibri"/>
                <a:cs typeface="Calibri"/>
              </a:rPr>
              <a:t>스레드가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동기적으로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인증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처리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하지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말고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비동기적으로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처리하게</a:t>
            </a:r>
            <a:r>
              <a:rPr lang="en-US" altLang="ko-KR">
                <a:ea typeface="Calibri"/>
                <a:cs typeface="Calibri"/>
              </a:rPr>
              <a:t> 함. </a:t>
            </a:r>
            <a:r>
              <a:rPr lang="en-US" altLang="ko-KR" err="1">
                <a:ea typeface="Calibri"/>
                <a:cs typeface="Calibri"/>
              </a:rPr>
              <a:t>인증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스레드에서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인증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요청이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오면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redis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서버와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통신하면서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인증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토큰을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가져오고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이를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세션이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가져온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인증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토큰과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비교해서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같으면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인증이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완료되고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인증이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끝났으면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다시</a:t>
            </a:r>
            <a:r>
              <a:rPr lang="en-US" altLang="ko-KR">
                <a:ea typeface="Calibri"/>
                <a:cs typeface="Calibri"/>
              </a:rPr>
              <a:t> Update </a:t>
            </a:r>
            <a:r>
              <a:rPr lang="en-US" altLang="ko-KR" err="1">
                <a:ea typeface="Calibri"/>
                <a:cs typeface="Calibri"/>
              </a:rPr>
              <a:t>스레드에게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인증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완료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Job을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던짐</a:t>
            </a:r>
            <a:r>
              <a:rPr lang="en-US" altLang="ko-KR">
                <a:ea typeface="Calibri"/>
                <a:cs typeface="Calibri"/>
              </a:rPr>
              <a:t>.</a:t>
            </a:r>
          </a:p>
          <a:p>
            <a:pPr marL="171450" indent="-171450">
              <a:buFont typeface="Calibri"/>
              <a:buChar char="-"/>
            </a:pPr>
            <a:r>
              <a:rPr lang="en-US" altLang="ko-KR" err="1">
                <a:ea typeface="Calibri"/>
                <a:cs typeface="Calibri"/>
              </a:rPr>
              <a:t>로그인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서버의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경우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원래는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클라이언트가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로그인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서버로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접속하면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AccountDB에서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정보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확인해서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응답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메세지를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주는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형태인데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지금은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클라이언트가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토큰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자체를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들고</a:t>
            </a:r>
            <a:r>
              <a:rPr lang="en-US" altLang="ko-KR">
                <a:ea typeface="Calibri"/>
                <a:cs typeface="Calibri"/>
              </a:rPr>
              <a:t> 온 </a:t>
            </a:r>
            <a:r>
              <a:rPr lang="en-US" altLang="ko-KR" err="1">
                <a:ea typeface="Calibri"/>
                <a:cs typeface="Calibri"/>
              </a:rPr>
              <a:t>형태임</a:t>
            </a:r>
            <a:r>
              <a:rPr lang="en-US" altLang="ko-KR">
                <a:ea typeface="Calibri"/>
                <a:cs typeface="Calibri"/>
              </a:rPr>
              <a:t>. </a:t>
            </a:r>
            <a:r>
              <a:rPr lang="en-US" altLang="ko-KR" err="1">
                <a:ea typeface="Calibri"/>
                <a:cs typeface="Calibri"/>
              </a:rPr>
              <a:t>무슨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말이냐면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클라이언트가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플랫폼에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로그인해서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플랫폼이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발급한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토큰을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받아서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로그인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서버로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접속한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것임</a:t>
            </a:r>
            <a:r>
              <a:rPr lang="en-US" altLang="ko-KR">
                <a:ea typeface="Calibri"/>
                <a:cs typeface="Calibri"/>
              </a:rPr>
              <a:t>. </a:t>
            </a:r>
            <a:r>
              <a:rPr lang="en-US" altLang="ko-KR" err="1">
                <a:ea typeface="Calibri"/>
                <a:cs typeface="Calibri"/>
              </a:rPr>
              <a:t>그러면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로그인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서버는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원래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플랫폼과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통신해서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클라이언트가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가져온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토큰을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확인하는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과정을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거치는데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그게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오래걸림</a:t>
            </a:r>
            <a:r>
              <a:rPr lang="en-US" altLang="ko-KR">
                <a:ea typeface="Calibri"/>
                <a:cs typeface="Calibri"/>
              </a:rPr>
              <a:t>. </a:t>
            </a:r>
            <a:r>
              <a:rPr lang="en-US" altLang="ko-KR" err="1">
                <a:ea typeface="Calibri"/>
                <a:cs typeface="Calibri"/>
              </a:rPr>
              <a:t>그래서</a:t>
            </a:r>
            <a:r>
              <a:rPr lang="en-US" altLang="ko-KR">
                <a:ea typeface="Calibri"/>
                <a:cs typeface="Calibri"/>
              </a:rPr>
              <a:t> 그 </a:t>
            </a:r>
            <a:r>
              <a:rPr lang="en-US" altLang="ko-KR" err="1">
                <a:ea typeface="Calibri"/>
                <a:cs typeface="Calibri"/>
              </a:rPr>
              <a:t>과정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대신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DB와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통신하는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과정으로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대체함</a:t>
            </a:r>
            <a:r>
              <a:rPr lang="en-US" altLang="ko-KR">
                <a:ea typeface="Calibri"/>
                <a:cs typeface="Calibri"/>
              </a:rPr>
              <a:t>. </a:t>
            </a:r>
            <a:r>
              <a:rPr lang="en-US" altLang="ko-KR" err="1">
                <a:ea typeface="Calibri"/>
                <a:cs typeface="Calibri"/>
              </a:rPr>
              <a:t>그래서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통신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완료하면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인증이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완료된것으로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보고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로그인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서버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자체적으로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임시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토큰을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발급해야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하는데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지금은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그냥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클라이언트가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가져온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토큰을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써서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이것을</a:t>
            </a:r>
            <a:r>
              <a:rPr lang="en-US" altLang="ko-KR">
                <a:ea typeface="Calibri"/>
                <a:cs typeface="Calibri"/>
              </a:rPr>
              <a:t> Redis </a:t>
            </a:r>
            <a:r>
              <a:rPr lang="en-US" altLang="ko-KR" err="1">
                <a:ea typeface="Calibri"/>
                <a:cs typeface="Calibri"/>
              </a:rPr>
              <a:t>서버에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저장해버림</a:t>
            </a:r>
            <a:r>
              <a:rPr lang="en-US" altLang="ko-KR">
                <a:ea typeface="Calibri"/>
                <a:cs typeface="Calibri"/>
              </a:rPr>
              <a:t>.</a:t>
            </a:r>
          </a:p>
          <a:p>
            <a:pPr marL="171450" indent="-171450">
              <a:buFont typeface="Calibri"/>
              <a:buChar char="-"/>
            </a:pPr>
            <a:r>
              <a:rPr lang="en-US" altLang="ko-KR" err="1">
                <a:ea typeface="Calibri"/>
                <a:cs typeface="Calibri"/>
              </a:rPr>
              <a:t>게임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서버의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경우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그룹을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상속한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인증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클래스가</a:t>
            </a:r>
            <a:r>
              <a:rPr lang="en-US" altLang="ko-KR">
                <a:ea typeface="Calibri"/>
                <a:cs typeface="Calibri"/>
              </a:rPr>
              <a:t> 0번 </a:t>
            </a:r>
            <a:r>
              <a:rPr lang="en-US" altLang="ko-KR" err="1">
                <a:ea typeface="Calibri"/>
                <a:cs typeface="Calibri"/>
              </a:rPr>
              <a:t>그룹이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되고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여기서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OnClientJoin을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통해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세션ID를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받음</a:t>
            </a:r>
            <a:r>
              <a:rPr lang="en-US" altLang="ko-KR">
                <a:ea typeface="Calibri"/>
                <a:cs typeface="Calibri"/>
              </a:rPr>
              <a:t>. </a:t>
            </a:r>
            <a:r>
              <a:rPr lang="en-US" altLang="ko-KR" err="1">
                <a:ea typeface="Calibri"/>
                <a:cs typeface="Calibri"/>
              </a:rPr>
              <a:t>그리고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더미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클라이언트가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로그인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요청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메세지를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받으면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따로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인증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처리는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안하고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유저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객체를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생성하고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초기화</a:t>
            </a:r>
            <a:r>
              <a:rPr lang="en-US" altLang="ko-KR">
                <a:ea typeface="Calibri"/>
                <a:cs typeface="Calibri"/>
              </a:rPr>
              <a:t> 한 </a:t>
            </a:r>
            <a:r>
              <a:rPr lang="en-US" altLang="ko-KR" err="1">
                <a:ea typeface="Calibri"/>
                <a:cs typeface="Calibri"/>
              </a:rPr>
              <a:t>다음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그룹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이동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요청을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날림</a:t>
            </a:r>
            <a:r>
              <a:rPr lang="en-US" altLang="ko-KR">
                <a:ea typeface="Calibri"/>
                <a:cs typeface="Calibri"/>
              </a:rPr>
              <a:t>. </a:t>
            </a:r>
            <a:r>
              <a:rPr lang="en-US" altLang="ko-KR" err="1">
                <a:ea typeface="Calibri"/>
                <a:cs typeface="Calibri"/>
              </a:rPr>
              <a:t>그래서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유저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객체가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에코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그룹으로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이동하고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나서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로그인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응답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메세지를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보냄</a:t>
            </a:r>
            <a:r>
              <a:rPr lang="en-US" altLang="ko-KR">
                <a:ea typeface="Calibri"/>
                <a:cs typeface="Calibri"/>
              </a:rPr>
              <a:t>. </a:t>
            </a:r>
            <a:r>
              <a:rPr lang="en-US" altLang="ko-KR" err="1">
                <a:ea typeface="Calibri"/>
                <a:cs typeface="Calibri"/>
              </a:rPr>
              <a:t>왜냐면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더미는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응답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메세지를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받자마자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에코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메세지를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쏘기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때문에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인증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그룹에서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하게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되면</a:t>
            </a:r>
            <a:r>
              <a:rPr lang="en-US" altLang="ko-KR">
                <a:ea typeface="Calibri"/>
                <a:cs typeface="Calibri"/>
              </a:rPr>
              <a:t> 인증 그룹에서는 </a:t>
            </a:r>
            <a:r>
              <a:rPr lang="en-US" altLang="ko-KR" err="1">
                <a:ea typeface="Calibri"/>
                <a:cs typeface="Calibri"/>
              </a:rPr>
              <a:t>에코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처리가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안됨</a:t>
            </a:r>
            <a:r>
              <a:rPr lang="en-US" altLang="ko-KR">
                <a:ea typeface="Calibri"/>
                <a:cs typeface="Calibri"/>
              </a:rPr>
              <a:t>.</a:t>
            </a:r>
          </a:p>
          <a:p>
            <a:pPr marL="171450" indent="-171450">
              <a:buFont typeface="Calibri"/>
              <a:buChar char="-"/>
            </a:pPr>
            <a:r>
              <a:rPr lang="en-US" altLang="ko-KR" err="1">
                <a:ea typeface="Calibri"/>
                <a:cs typeface="Calibri"/>
              </a:rPr>
              <a:t>모니터링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서버의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경우는</a:t>
            </a:r>
            <a:r>
              <a:rPr lang="en-US" altLang="ko-KR">
                <a:ea typeface="Calibri"/>
                <a:cs typeface="Calibri"/>
              </a:rPr>
              <a:t> 각 서버가 모니터링 클라이언트를 </a:t>
            </a:r>
            <a:r>
              <a:rPr lang="en-US" altLang="ko-KR" err="1">
                <a:ea typeface="Calibri"/>
                <a:cs typeface="Calibri"/>
              </a:rPr>
              <a:t>멤버로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들고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있어서</a:t>
            </a:r>
            <a:r>
              <a:rPr lang="en-US" altLang="ko-KR">
                <a:ea typeface="Calibri"/>
                <a:cs typeface="Calibri"/>
              </a:rPr>
              <a:t> 그 </a:t>
            </a:r>
            <a:r>
              <a:rPr lang="en-US" altLang="ko-KR" err="1">
                <a:ea typeface="Calibri"/>
                <a:cs typeface="Calibri"/>
              </a:rPr>
              <a:t>멤버를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활용해서</a:t>
            </a:r>
            <a:r>
              <a:rPr lang="en-US" altLang="ko-KR">
                <a:ea typeface="Calibri"/>
                <a:cs typeface="Calibri"/>
              </a:rPr>
              <a:t> 각 </a:t>
            </a:r>
            <a:r>
              <a:rPr lang="en-US" altLang="ko-KR" err="1">
                <a:ea typeface="Calibri"/>
                <a:cs typeface="Calibri"/>
              </a:rPr>
              <a:t>서버가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모니터링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데이터를</a:t>
            </a:r>
            <a:r>
              <a:rPr lang="en-US" altLang="ko-KR">
                <a:ea typeface="Calibri"/>
                <a:cs typeface="Calibri"/>
              </a:rPr>
              <a:t> 1초마다 모니터링 </a:t>
            </a:r>
            <a:r>
              <a:rPr lang="en-US" altLang="ko-KR" err="1">
                <a:ea typeface="Calibri"/>
                <a:cs typeface="Calibri"/>
              </a:rPr>
              <a:t>서버로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전송함</a:t>
            </a:r>
            <a:r>
              <a:rPr lang="en-US" altLang="ko-KR">
                <a:ea typeface="Calibri"/>
                <a:cs typeface="Calibri"/>
              </a:rPr>
              <a:t>. </a:t>
            </a:r>
            <a:r>
              <a:rPr lang="en-US" altLang="ko-KR" err="1">
                <a:ea typeface="Calibri"/>
                <a:cs typeface="Calibri"/>
              </a:rPr>
              <a:t>그러면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모니터링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서버는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이를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받아서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내부적으로</a:t>
            </a:r>
            <a:r>
              <a:rPr lang="en-US" altLang="ko-KR">
                <a:ea typeface="Calibri"/>
                <a:cs typeface="Calibri"/>
              </a:rPr>
              <a:t> 1시간 </a:t>
            </a:r>
            <a:r>
              <a:rPr lang="en-US" altLang="ko-KR" err="1">
                <a:ea typeface="Calibri"/>
                <a:cs typeface="Calibri"/>
              </a:rPr>
              <a:t>동안</a:t>
            </a:r>
            <a:r>
              <a:rPr lang="en-US" altLang="ko-KR">
                <a:ea typeface="Calibri"/>
                <a:cs typeface="Calibri"/>
              </a:rPr>
              <a:t> AVG, MAX, </a:t>
            </a:r>
            <a:r>
              <a:rPr lang="en-US" altLang="ko-KR" err="1">
                <a:ea typeface="Calibri"/>
                <a:cs typeface="Calibri"/>
              </a:rPr>
              <a:t>MIN을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저장하고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있다가</a:t>
            </a:r>
            <a:r>
              <a:rPr lang="en-US" altLang="ko-KR">
                <a:ea typeface="Calibri"/>
                <a:cs typeface="Calibri"/>
              </a:rPr>
              <a:t> 1시간 </a:t>
            </a:r>
            <a:r>
              <a:rPr lang="en-US" altLang="ko-KR" err="1">
                <a:ea typeface="Calibri"/>
                <a:cs typeface="Calibri"/>
              </a:rPr>
              <a:t>마다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DB에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저장해줌</a:t>
            </a:r>
            <a:r>
              <a:rPr lang="en-US" altLang="ko-KR">
                <a:ea typeface="Calibri"/>
                <a:cs typeface="Calibri"/>
              </a:rPr>
              <a:t>. </a:t>
            </a:r>
            <a:r>
              <a:rPr lang="en-US" altLang="ko-KR" err="1">
                <a:ea typeface="Calibri"/>
                <a:cs typeface="Calibri"/>
              </a:rPr>
              <a:t>또한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전송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받은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모니터링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데이터를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화면에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보여주는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에이전트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프로세스에게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전달해주는데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에이전트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프로세스는</a:t>
            </a:r>
            <a:r>
              <a:rPr lang="en-US" altLang="ko-KR">
                <a:ea typeface="Calibri"/>
                <a:cs typeface="Calibri"/>
              </a:rPr>
              <a:t> 이 </a:t>
            </a:r>
            <a:r>
              <a:rPr lang="en-US" altLang="ko-KR" err="1">
                <a:ea typeface="Calibri"/>
                <a:cs typeface="Calibri"/>
              </a:rPr>
              <a:t>패킷을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받으면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화면에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출력해서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보여줌</a:t>
            </a:r>
            <a:r>
              <a:rPr lang="en-US" altLang="ko-KR">
                <a:ea typeface="Calibri"/>
                <a:cs typeface="Calibri"/>
              </a:rPr>
              <a:t>.</a:t>
            </a:r>
          </a:p>
          <a:p>
            <a:pPr marL="171450" indent="-171450">
              <a:buFont typeface="Calibri"/>
              <a:buChar char="-"/>
            </a:pPr>
            <a:endParaRPr lang="en-US" altLang="ko-KR">
              <a:ea typeface="Calibri"/>
              <a:cs typeface="Calibri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CDE012-9E2E-4477-8B5C-4E7D4E9BCBA6}" type="slidenum">
              <a:rPr lang="en-US" noProof="0" smtClean="0"/>
              <a:t>15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76000553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&lt;</a:t>
            </a:r>
            <a:r>
              <a:rPr lang="ko-KR" altLang="en-US" err="1">
                <a:ea typeface="맑은 고딕"/>
                <a:cs typeface="Calibri"/>
              </a:rPr>
              <a:t>대본</a:t>
            </a:r>
            <a:r>
              <a:rPr lang="en-US">
                <a:ea typeface="Calibri"/>
                <a:cs typeface="Calibri"/>
              </a:rPr>
              <a:t>&gt;</a:t>
            </a:r>
          </a:p>
          <a:p>
            <a:pPr marL="171450" indent="-171450">
              <a:buFont typeface="Calibri"/>
              <a:buChar char="-"/>
            </a:pPr>
            <a:r>
              <a:rPr lang="ko-KR" altLang="en-US" err="1">
                <a:ea typeface="Calibri"/>
                <a:cs typeface="Calibri"/>
              </a:rPr>
              <a:t>무중단</a:t>
            </a:r>
            <a:r>
              <a:rPr lang="ko-KR" altLang="en-US">
                <a:ea typeface="Calibri"/>
                <a:cs typeface="Calibri"/>
              </a:rPr>
              <a:t> 테스트의 전체적인 서버 구조를 보면 다음과 같음.</a:t>
            </a:r>
          </a:p>
          <a:p>
            <a:pPr marL="171450" indent="-171450">
              <a:buFont typeface="Calibri"/>
              <a:buChar char="-"/>
            </a:pPr>
            <a:r>
              <a:rPr lang="ko-KR" altLang="en-US">
                <a:ea typeface="Calibri"/>
                <a:cs typeface="Calibri"/>
              </a:rPr>
              <a:t>각각의 서버는 모니터링 서버로 모니터링 데이터를 전송하고 로그인 서버는 토큰을 </a:t>
            </a:r>
            <a:r>
              <a:rPr lang="ko-KR" altLang="en-US" err="1">
                <a:ea typeface="Calibri"/>
                <a:cs typeface="Calibri"/>
              </a:rPr>
              <a:t>Redis</a:t>
            </a:r>
            <a:r>
              <a:rPr lang="ko-KR" altLang="en-US">
                <a:ea typeface="Calibri"/>
                <a:cs typeface="Calibri"/>
              </a:rPr>
              <a:t> 서버에 전달해서 </a:t>
            </a:r>
            <a:r>
              <a:rPr lang="ko-KR" altLang="en-US" err="1">
                <a:ea typeface="Calibri"/>
                <a:cs typeface="Calibri"/>
              </a:rPr>
              <a:t>Redis</a:t>
            </a:r>
            <a:r>
              <a:rPr lang="ko-KR" altLang="en-US">
                <a:ea typeface="Calibri"/>
                <a:cs typeface="Calibri"/>
              </a:rPr>
              <a:t> 서버에 저장하면 로그인 서버 거쳐서 온 클라이언트가 채팅 서버에 접속하면 채팅서버는 </a:t>
            </a:r>
            <a:r>
              <a:rPr lang="ko-KR" altLang="en-US" err="1">
                <a:ea typeface="Calibri"/>
                <a:cs typeface="Calibri"/>
              </a:rPr>
              <a:t>Redis</a:t>
            </a:r>
            <a:r>
              <a:rPr lang="ko-KR" altLang="en-US">
                <a:ea typeface="Calibri"/>
                <a:cs typeface="Calibri"/>
              </a:rPr>
              <a:t> 서버와 통신해서 토큰을 얻어오고 이것을 클라이언트가 가져온 토큰과 비교하여 인증 처리함. 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CDE012-9E2E-4477-8B5C-4E7D4E9BCBA6}" type="slidenum">
              <a:rPr lang="en-US" noProof="0" smtClean="0"/>
              <a:t>16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09585774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710648-9ACE-18CD-FD7C-83B12B6F92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BA76309-ADC2-DF37-A220-0378D18456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0634880-CCB3-493C-F86B-6B69098938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>
                <a:ea typeface="Calibri"/>
                <a:cs typeface="Calibri"/>
              </a:rPr>
              <a:t>&lt;</a:t>
            </a:r>
            <a:r>
              <a:rPr lang="en-US" altLang="ko-KR" err="1">
                <a:ea typeface="Calibri"/>
                <a:cs typeface="Calibri"/>
              </a:rPr>
              <a:t>대본</a:t>
            </a:r>
            <a:r>
              <a:rPr lang="en-US" altLang="ko-KR">
                <a:ea typeface="Calibri"/>
                <a:cs typeface="Calibri"/>
              </a:rPr>
              <a:t>&gt;</a:t>
            </a:r>
            <a:endParaRPr lang="ko-KR" altLang="en-US">
              <a:ea typeface="맑은 고딕"/>
              <a:cs typeface="Calibri"/>
            </a:endParaRPr>
          </a:p>
          <a:p>
            <a:pPr marL="171450" indent="-171450">
              <a:buFont typeface="Calibri"/>
              <a:buChar char="-"/>
            </a:pPr>
            <a:r>
              <a:rPr lang="en-US" altLang="ko-KR" err="1">
                <a:ea typeface="Calibri"/>
                <a:cs typeface="Calibri"/>
              </a:rPr>
              <a:t>그룹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처리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관려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코드의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일부임</a:t>
            </a:r>
            <a:r>
              <a:rPr lang="en-US" altLang="ko-KR">
                <a:ea typeface="Calibri"/>
                <a:cs typeface="Calibri"/>
              </a:rPr>
              <a:t>.</a:t>
            </a:r>
          </a:p>
          <a:p>
            <a:pPr marL="171450" indent="-171450">
              <a:buFont typeface="Calibri"/>
              <a:buChar char="-"/>
            </a:pPr>
            <a:r>
              <a:rPr lang="en-US" altLang="ko-KR" err="1">
                <a:ea typeface="Calibri"/>
                <a:cs typeface="Calibri"/>
              </a:rPr>
              <a:t>우선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그룹을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상속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받은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컨텐츠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객체를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생성하고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나서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게임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라이브러리의</a:t>
            </a:r>
            <a:r>
              <a:rPr lang="en-US" altLang="ko-KR">
                <a:ea typeface="Calibri"/>
                <a:cs typeface="Calibri"/>
              </a:rPr>
              <a:t> Attach </a:t>
            </a:r>
            <a:r>
              <a:rPr lang="en-US" altLang="ko-KR" err="1">
                <a:ea typeface="Calibri"/>
                <a:cs typeface="Calibri"/>
              </a:rPr>
              <a:t>함수를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호출하여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게임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라이브러리에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그룹을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등록함</a:t>
            </a:r>
            <a:r>
              <a:rPr lang="en-US" altLang="ko-KR">
                <a:ea typeface="Calibri"/>
                <a:cs typeface="Calibri"/>
              </a:rPr>
              <a:t>. </a:t>
            </a:r>
            <a:r>
              <a:rPr lang="en-US" altLang="ko-KR" err="1">
                <a:ea typeface="Calibri"/>
                <a:cs typeface="Calibri"/>
              </a:rPr>
              <a:t>이때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그룹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객체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주소를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배열에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등록하는데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게임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라이브러리는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OnClientJoin함수는</a:t>
            </a:r>
            <a:r>
              <a:rPr lang="en-US" altLang="ko-KR">
                <a:ea typeface="Calibri"/>
                <a:cs typeface="Calibri"/>
              </a:rPr>
              <a:t> 0번 </a:t>
            </a:r>
            <a:r>
              <a:rPr lang="en-US" altLang="ko-KR" err="1">
                <a:ea typeface="Calibri"/>
                <a:cs typeface="Calibri"/>
              </a:rPr>
              <a:t>그룹에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대해서만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호출함</a:t>
            </a:r>
            <a:r>
              <a:rPr lang="en-US" altLang="ko-KR">
                <a:ea typeface="Calibri"/>
                <a:cs typeface="Calibri"/>
              </a:rPr>
              <a:t>. </a:t>
            </a:r>
            <a:r>
              <a:rPr lang="en-US" altLang="ko-KR" err="1">
                <a:ea typeface="Calibri"/>
                <a:cs typeface="Calibri"/>
              </a:rPr>
              <a:t>어쨌든</a:t>
            </a:r>
            <a:r>
              <a:rPr lang="en-US" altLang="ko-KR">
                <a:ea typeface="Calibri"/>
                <a:cs typeface="Calibri"/>
              </a:rPr>
              <a:t> Attach </a:t>
            </a:r>
            <a:r>
              <a:rPr lang="en-US" altLang="ko-KR" err="1">
                <a:ea typeface="Calibri"/>
                <a:cs typeface="Calibri"/>
              </a:rPr>
              <a:t>함수는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그룹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객체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주소와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해당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그룹의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이름을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string으로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받고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그룹의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프레임과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메세지를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처리할때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병렬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처리를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원하는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플래그를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매개인자로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받음</a:t>
            </a:r>
            <a:r>
              <a:rPr lang="en-US" altLang="ko-KR">
                <a:ea typeface="Calibri"/>
                <a:cs typeface="Calibri"/>
              </a:rPr>
              <a:t>. </a:t>
            </a:r>
            <a:r>
              <a:rPr lang="en-US" altLang="ko-KR" err="1">
                <a:ea typeface="Calibri"/>
                <a:cs typeface="Calibri"/>
              </a:rPr>
              <a:t>게임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라이브러리는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그룹의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구분을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그룹id를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통해서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하는데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그룹ID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부여는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게임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라이브러리가</a:t>
            </a:r>
            <a:r>
              <a:rPr lang="en-US" altLang="ko-KR">
                <a:ea typeface="Calibri"/>
                <a:cs typeface="Calibri"/>
              </a:rPr>
              <a:t> 함. </a:t>
            </a:r>
            <a:r>
              <a:rPr lang="en-US" altLang="ko-KR" err="1">
                <a:ea typeface="Calibri"/>
                <a:cs typeface="Calibri"/>
              </a:rPr>
              <a:t>그런데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외부의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컨텐츠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사용자는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그룹ID에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대해서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모르고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컨텐츠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이름만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알고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있음</a:t>
            </a:r>
            <a:r>
              <a:rPr lang="en-US" altLang="ko-KR">
                <a:ea typeface="Calibri"/>
                <a:cs typeface="Calibri"/>
              </a:rPr>
              <a:t>. </a:t>
            </a:r>
            <a:r>
              <a:rPr lang="en-US" altLang="ko-KR" err="1">
                <a:ea typeface="Calibri"/>
                <a:cs typeface="Calibri"/>
              </a:rPr>
              <a:t>그래서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컨텐츠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이름과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그룹id를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대응시키는</a:t>
            </a:r>
            <a:r>
              <a:rPr lang="en-US" altLang="ko-KR">
                <a:ea typeface="Calibri"/>
                <a:cs typeface="Calibri"/>
              </a:rPr>
              <a:t> map </a:t>
            </a:r>
            <a:r>
              <a:rPr lang="en-US" altLang="ko-KR" err="1">
                <a:ea typeface="Calibri"/>
                <a:cs typeface="Calibri"/>
              </a:rPr>
              <a:t>자료구조를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게임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라이브러리가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들고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있어서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컨텐츠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사용자가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어떤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그룹으로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이동하고싶다고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매개인자로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컨텐츠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이름을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전달하면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내부에서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해당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이름을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가지고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그룹ID를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찾아서</a:t>
            </a:r>
            <a:r>
              <a:rPr lang="en-US" altLang="ko-KR">
                <a:ea typeface="Calibri"/>
                <a:cs typeface="Calibri"/>
              </a:rPr>
              <a:t> 그 </a:t>
            </a:r>
            <a:r>
              <a:rPr lang="en-US" altLang="ko-KR" err="1">
                <a:ea typeface="Calibri"/>
                <a:cs typeface="Calibri"/>
              </a:rPr>
              <a:t>그룹으로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이동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시켜줌</a:t>
            </a:r>
            <a:r>
              <a:rPr lang="en-US" altLang="ko-KR">
                <a:ea typeface="Calibri"/>
                <a:cs typeface="Calibri"/>
              </a:rPr>
              <a:t>. </a:t>
            </a:r>
          </a:p>
          <a:p>
            <a:pPr marL="171450" indent="-171450">
              <a:buFont typeface="Calibri"/>
              <a:buChar char="-"/>
            </a:pPr>
            <a:r>
              <a:rPr lang="en-US" altLang="ko-KR" err="1">
                <a:ea typeface="Calibri"/>
                <a:cs typeface="Calibri"/>
              </a:rPr>
              <a:t>그룹의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프레임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처리를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위한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프레임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스레드임</a:t>
            </a:r>
            <a:r>
              <a:rPr lang="en-US" altLang="ko-KR">
                <a:ea typeface="Calibri"/>
                <a:cs typeface="Calibri"/>
              </a:rPr>
              <a:t>. </a:t>
            </a:r>
            <a:r>
              <a:rPr lang="en-US" altLang="ko-KR" err="1">
                <a:ea typeface="Calibri"/>
                <a:cs typeface="Calibri"/>
              </a:rPr>
              <a:t>프레임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스레드는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반복문을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돌면서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시간을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체크하고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해당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그룹의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특정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프레임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시간이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되었으면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PQCS로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쏴주고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그룹의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OldTime을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갱신해줌</a:t>
            </a:r>
            <a:r>
              <a:rPr lang="en-US" altLang="ko-KR">
                <a:ea typeface="Calibri"/>
                <a:cs typeface="Calibri"/>
              </a:rPr>
              <a:t>. </a:t>
            </a:r>
            <a:r>
              <a:rPr lang="en-US" altLang="ko-KR" err="1">
                <a:ea typeface="Calibri"/>
                <a:cs typeface="Calibri"/>
              </a:rPr>
              <a:t>이때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프레임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스레드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자체가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느리게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동작하는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경우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밀린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만큼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cnt를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계산해서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for문을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돌아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해당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횟수만큼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pqcs를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쏴서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프레임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로직을</a:t>
            </a:r>
            <a:r>
              <a:rPr lang="en-US" altLang="ko-KR">
                <a:ea typeface="Calibri"/>
                <a:cs typeface="Calibri"/>
              </a:rPr>
              <a:t> 더 </a:t>
            </a:r>
            <a:r>
              <a:rPr lang="en-US" altLang="ko-KR" err="1">
                <a:ea typeface="Calibri"/>
                <a:cs typeface="Calibri"/>
              </a:rPr>
              <a:t>많이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처리하도록</a:t>
            </a:r>
            <a:r>
              <a:rPr lang="en-US" altLang="ko-KR">
                <a:ea typeface="Calibri"/>
                <a:cs typeface="Calibri"/>
              </a:rPr>
              <a:t> 함.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2E0E806-E16B-5E2A-DA98-E741A23539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CDE012-9E2E-4477-8B5C-4E7D4E9BCBA6}" type="slidenum">
              <a:rPr lang="en-US" noProof="0" smtClean="0"/>
              <a:t>17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79331616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50D2AF-F372-07D6-D509-5F770A071C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EBDAC94-8D5B-2F56-9F80-FAF79278E4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4AAB7EA-8CA1-8181-F480-8C1D83FA58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>
                <a:ea typeface="Calibri"/>
                <a:cs typeface="Calibri"/>
              </a:rPr>
              <a:t>&lt;</a:t>
            </a:r>
            <a:r>
              <a:rPr lang="en-US" altLang="ko-KR" err="1">
                <a:ea typeface="Calibri"/>
                <a:cs typeface="Calibri"/>
              </a:rPr>
              <a:t>대본</a:t>
            </a:r>
            <a:r>
              <a:rPr lang="en-US" altLang="ko-KR">
                <a:ea typeface="Calibri"/>
                <a:cs typeface="Calibri"/>
              </a:rPr>
              <a:t>&gt;</a:t>
            </a:r>
            <a:endParaRPr lang="ko-KR" altLang="en-US">
              <a:ea typeface="맑은 고딕"/>
              <a:cs typeface="Calibri"/>
            </a:endParaRPr>
          </a:p>
          <a:p>
            <a:pPr marL="171450" indent="-171450">
              <a:buFont typeface="Calibri"/>
              <a:buChar char="-"/>
            </a:pPr>
            <a:r>
              <a:rPr lang="en-US" altLang="ko-KR" err="1">
                <a:ea typeface="Calibri"/>
                <a:cs typeface="Calibri"/>
              </a:rPr>
              <a:t>그룹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처리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관려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코드의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일부임</a:t>
            </a:r>
            <a:r>
              <a:rPr lang="en-US" altLang="ko-KR">
                <a:ea typeface="Calibri"/>
                <a:cs typeface="Calibri"/>
              </a:rPr>
              <a:t>.</a:t>
            </a:r>
          </a:p>
          <a:p>
            <a:pPr marL="171450" indent="-171450">
              <a:buFont typeface="Calibri"/>
              <a:buChar char="-"/>
            </a:pPr>
            <a:r>
              <a:rPr lang="en-US" altLang="ko-KR" err="1">
                <a:ea typeface="Calibri"/>
                <a:cs typeface="Calibri"/>
              </a:rPr>
              <a:t>우선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그룹을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상속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받은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컨텐츠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객체를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생성하고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나서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게임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라이브러리의</a:t>
            </a:r>
            <a:r>
              <a:rPr lang="en-US" altLang="ko-KR">
                <a:ea typeface="Calibri"/>
                <a:cs typeface="Calibri"/>
              </a:rPr>
              <a:t> Attach </a:t>
            </a:r>
            <a:r>
              <a:rPr lang="en-US" altLang="ko-KR" err="1">
                <a:ea typeface="Calibri"/>
                <a:cs typeface="Calibri"/>
              </a:rPr>
              <a:t>함수를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호출하여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게임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라이브러리에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그룹을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등록함</a:t>
            </a:r>
            <a:r>
              <a:rPr lang="en-US" altLang="ko-KR">
                <a:ea typeface="Calibri"/>
                <a:cs typeface="Calibri"/>
              </a:rPr>
              <a:t>. </a:t>
            </a:r>
            <a:r>
              <a:rPr lang="en-US" altLang="ko-KR" err="1">
                <a:ea typeface="Calibri"/>
                <a:cs typeface="Calibri"/>
              </a:rPr>
              <a:t>이때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그룹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객체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주소를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배열에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등록하는데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게임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라이브러리는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OnClientJoin함수는</a:t>
            </a:r>
            <a:r>
              <a:rPr lang="en-US" altLang="ko-KR">
                <a:ea typeface="Calibri"/>
                <a:cs typeface="Calibri"/>
              </a:rPr>
              <a:t> 0번 </a:t>
            </a:r>
            <a:r>
              <a:rPr lang="en-US" altLang="ko-KR" err="1">
                <a:ea typeface="Calibri"/>
                <a:cs typeface="Calibri"/>
              </a:rPr>
              <a:t>그룹에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대해서만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호출함</a:t>
            </a:r>
            <a:r>
              <a:rPr lang="en-US" altLang="ko-KR">
                <a:ea typeface="Calibri"/>
                <a:cs typeface="Calibri"/>
              </a:rPr>
              <a:t>. </a:t>
            </a:r>
            <a:r>
              <a:rPr lang="en-US" altLang="ko-KR" err="1">
                <a:ea typeface="Calibri"/>
                <a:cs typeface="Calibri"/>
              </a:rPr>
              <a:t>어쨌든</a:t>
            </a:r>
            <a:r>
              <a:rPr lang="en-US" altLang="ko-KR">
                <a:ea typeface="Calibri"/>
                <a:cs typeface="Calibri"/>
              </a:rPr>
              <a:t> Attach </a:t>
            </a:r>
            <a:r>
              <a:rPr lang="en-US" altLang="ko-KR" err="1">
                <a:ea typeface="Calibri"/>
                <a:cs typeface="Calibri"/>
              </a:rPr>
              <a:t>함수는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그룹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객체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주소와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해당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그룹의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이름을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string으로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받고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그룹의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프레임과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메세지를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처리할때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병렬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처리를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원하는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플래그를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매개인자로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받음</a:t>
            </a:r>
            <a:r>
              <a:rPr lang="en-US" altLang="ko-KR">
                <a:ea typeface="Calibri"/>
                <a:cs typeface="Calibri"/>
              </a:rPr>
              <a:t>. </a:t>
            </a:r>
            <a:r>
              <a:rPr lang="en-US" altLang="ko-KR" err="1">
                <a:ea typeface="Calibri"/>
                <a:cs typeface="Calibri"/>
              </a:rPr>
              <a:t>게임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라이브러리는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그룹의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구분을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그룹id를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통해서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하는데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그룹ID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부여는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게임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라이브러리가</a:t>
            </a:r>
            <a:r>
              <a:rPr lang="en-US" altLang="ko-KR">
                <a:ea typeface="Calibri"/>
                <a:cs typeface="Calibri"/>
              </a:rPr>
              <a:t> 함. </a:t>
            </a:r>
            <a:r>
              <a:rPr lang="en-US" altLang="ko-KR" err="1">
                <a:ea typeface="Calibri"/>
                <a:cs typeface="Calibri"/>
              </a:rPr>
              <a:t>그런데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외부의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컨텐츠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사용자는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그룹ID에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대해서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모르고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컨텐츠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이름만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알고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있음</a:t>
            </a:r>
            <a:r>
              <a:rPr lang="en-US" altLang="ko-KR">
                <a:ea typeface="Calibri"/>
                <a:cs typeface="Calibri"/>
              </a:rPr>
              <a:t>. </a:t>
            </a:r>
            <a:r>
              <a:rPr lang="en-US" altLang="ko-KR" err="1">
                <a:ea typeface="Calibri"/>
                <a:cs typeface="Calibri"/>
              </a:rPr>
              <a:t>그래서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컨텐츠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이름과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그룹id를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대응시키는</a:t>
            </a:r>
            <a:r>
              <a:rPr lang="en-US" altLang="ko-KR">
                <a:ea typeface="Calibri"/>
                <a:cs typeface="Calibri"/>
              </a:rPr>
              <a:t> map </a:t>
            </a:r>
            <a:r>
              <a:rPr lang="en-US" altLang="ko-KR" err="1">
                <a:ea typeface="Calibri"/>
                <a:cs typeface="Calibri"/>
              </a:rPr>
              <a:t>자료구조를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게임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라이브러리가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들고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있어서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컨텐츠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사용자가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어떤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그룹으로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이동하고싶다고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매개인자로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컨텐츠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이름을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전달하면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내부에서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해당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이름을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가지고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그룹ID를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찾아서</a:t>
            </a:r>
            <a:r>
              <a:rPr lang="en-US" altLang="ko-KR">
                <a:ea typeface="Calibri"/>
                <a:cs typeface="Calibri"/>
              </a:rPr>
              <a:t> 그 </a:t>
            </a:r>
            <a:r>
              <a:rPr lang="en-US" altLang="ko-KR" err="1">
                <a:ea typeface="Calibri"/>
                <a:cs typeface="Calibri"/>
              </a:rPr>
              <a:t>그룹으로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이동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시켜줌</a:t>
            </a:r>
            <a:r>
              <a:rPr lang="en-US" altLang="ko-KR">
                <a:ea typeface="Calibri"/>
                <a:cs typeface="Calibri"/>
              </a:rPr>
              <a:t>. </a:t>
            </a:r>
          </a:p>
          <a:p>
            <a:pPr marL="171450" indent="-171450">
              <a:buFont typeface="Calibri"/>
              <a:buChar char="-"/>
            </a:pPr>
            <a:r>
              <a:rPr lang="en-US" altLang="ko-KR" err="1">
                <a:ea typeface="Calibri"/>
                <a:cs typeface="Calibri"/>
              </a:rPr>
              <a:t>그룹의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프레임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처리를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위한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프레임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스레드임</a:t>
            </a:r>
            <a:r>
              <a:rPr lang="en-US" altLang="ko-KR">
                <a:ea typeface="Calibri"/>
                <a:cs typeface="Calibri"/>
              </a:rPr>
              <a:t>. </a:t>
            </a:r>
            <a:r>
              <a:rPr lang="en-US" altLang="ko-KR" err="1">
                <a:ea typeface="Calibri"/>
                <a:cs typeface="Calibri"/>
              </a:rPr>
              <a:t>프레임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스레드는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반복문을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돌면서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시간을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체크하고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해당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그룹의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특정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프레임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시간이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되었으면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PQCS로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쏴주고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그룹의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OldTime을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갱신해줌</a:t>
            </a:r>
            <a:r>
              <a:rPr lang="en-US" altLang="ko-KR">
                <a:ea typeface="Calibri"/>
                <a:cs typeface="Calibri"/>
              </a:rPr>
              <a:t>. </a:t>
            </a:r>
            <a:r>
              <a:rPr lang="en-US" altLang="ko-KR" err="1">
                <a:ea typeface="Calibri"/>
                <a:cs typeface="Calibri"/>
              </a:rPr>
              <a:t>이때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프레임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스레드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자체가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느리게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동작하는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경우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밀린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만큼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cnt를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계산해서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for문을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돌아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해당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횟수만큼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pqcs를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쏴서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프레임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로직을</a:t>
            </a:r>
            <a:r>
              <a:rPr lang="en-US" altLang="ko-KR">
                <a:ea typeface="Calibri"/>
                <a:cs typeface="Calibri"/>
              </a:rPr>
              <a:t> 더 </a:t>
            </a:r>
            <a:r>
              <a:rPr lang="en-US" altLang="ko-KR" err="1">
                <a:ea typeface="Calibri"/>
                <a:cs typeface="Calibri"/>
              </a:rPr>
              <a:t>많이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처리하도록</a:t>
            </a:r>
            <a:r>
              <a:rPr lang="en-US" altLang="ko-KR">
                <a:ea typeface="Calibri"/>
                <a:cs typeface="Calibri"/>
              </a:rPr>
              <a:t> 함.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05143B0-4AB8-DDFC-0704-CF47CA0B88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CDE012-9E2E-4477-8B5C-4E7D4E9BCBA6}" type="slidenum">
              <a:rPr lang="en-US" noProof="0" smtClean="0"/>
              <a:t>18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93777152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7B9F9F-8F10-6FCF-1ECB-9221DCD54A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99E4E1A-A9F6-C0BC-C4B9-D284700D70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370D8E1-2398-692B-ECC4-FF6C6F39F8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>
                <a:ea typeface="Calibri"/>
                <a:cs typeface="Calibri"/>
              </a:rPr>
              <a:t>&lt;</a:t>
            </a:r>
            <a:r>
              <a:rPr lang="en-US" altLang="ko-KR" err="1">
                <a:ea typeface="Calibri"/>
                <a:cs typeface="Calibri"/>
              </a:rPr>
              <a:t>대본</a:t>
            </a:r>
            <a:r>
              <a:rPr lang="en-US" altLang="ko-KR">
                <a:ea typeface="Calibri"/>
                <a:cs typeface="Calibri"/>
              </a:rPr>
              <a:t>&gt;</a:t>
            </a:r>
            <a:endParaRPr lang="ko-KR" altLang="en-US">
              <a:ea typeface="맑은 고딕"/>
              <a:cs typeface="Calibri"/>
            </a:endParaRPr>
          </a:p>
          <a:p>
            <a:pPr marL="171450" indent="-171450">
              <a:buFont typeface="Calibri"/>
              <a:buChar char="-"/>
            </a:pPr>
            <a:r>
              <a:rPr lang="en-US" altLang="ko-KR" err="1">
                <a:ea typeface="Calibri"/>
                <a:cs typeface="Calibri"/>
              </a:rPr>
              <a:t>그룹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처리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관려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코드의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일부임</a:t>
            </a:r>
            <a:r>
              <a:rPr lang="en-US" altLang="ko-KR">
                <a:ea typeface="Calibri"/>
                <a:cs typeface="Calibri"/>
              </a:rPr>
              <a:t>.</a:t>
            </a:r>
          </a:p>
          <a:p>
            <a:pPr marL="171450" indent="-171450">
              <a:buFont typeface="Calibri"/>
              <a:buChar char="-"/>
            </a:pPr>
            <a:r>
              <a:rPr lang="en-US" altLang="ko-KR" err="1">
                <a:ea typeface="Calibri"/>
                <a:cs typeface="Calibri"/>
              </a:rPr>
              <a:t>우선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그룹을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상속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받은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컨텐츠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객체를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생성하고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나서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게임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라이브러리의</a:t>
            </a:r>
            <a:r>
              <a:rPr lang="en-US" altLang="ko-KR">
                <a:ea typeface="Calibri"/>
                <a:cs typeface="Calibri"/>
              </a:rPr>
              <a:t> Attach </a:t>
            </a:r>
            <a:r>
              <a:rPr lang="en-US" altLang="ko-KR" err="1">
                <a:ea typeface="Calibri"/>
                <a:cs typeface="Calibri"/>
              </a:rPr>
              <a:t>함수를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호출하여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게임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라이브러리에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그룹을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등록함</a:t>
            </a:r>
            <a:r>
              <a:rPr lang="en-US" altLang="ko-KR">
                <a:ea typeface="Calibri"/>
                <a:cs typeface="Calibri"/>
              </a:rPr>
              <a:t>. </a:t>
            </a:r>
            <a:r>
              <a:rPr lang="en-US" altLang="ko-KR" err="1">
                <a:ea typeface="Calibri"/>
                <a:cs typeface="Calibri"/>
              </a:rPr>
              <a:t>이때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그룹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객체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주소를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배열에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등록하는데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게임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라이브러리는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OnClientJoin함수는</a:t>
            </a:r>
            <a:r>
              <a:rPr lang="en-US" altLang="ko-KR">
                <a:ea typeface="Calibri"/>
                <a:cs typeface="Calibri"/>
              </a:rPr>
              <a:t> 0번 </a:t>
            </a:r>
            <a:r>
              <a:rPr lang="en-US" altLang="ko-KR" err="1">
                <a:ea typeface="Calibri"/>
                <a:cs typeface="Calibri"/>
              </a:rPr>
              <a:t>그룹에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대해서만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호출함</a:t>
            </a:r>
            <a:r>
              <a:rPr lang="en-US" altLang="ko-KR">
                <a:ea typeface="Calibri"/>
                <a:cs typeface="Calibri"/>
              </a:rPr>
              <a:t>. </a:t>
            </a:r>
            <a:r>
              <a:rPr lang="en-US" altLang="ko-KR" err="1">
                <a:ea typeface="Calibri"/>
                <a:cs typeface="Calibri"/>
              </a:rPr>
              <a:t>어쨌든</a:t>
            </a:r>
            <a:r>
              <a:rPr lang="en-US" altLang="ko-KR">
                <a:ea typeface="Calibri"/>
                <a:cs typeface="Calibri"/>
              </a:rPr>
              <a:t> Attach </a:t>
            </a:r>
            <a:r>
              <a:rPr lang="en-US" altLang="ko-KR" err="1">
                <a:ea typeface="Calibri"/>
                <a:cs typeface="Calibri"/>
              </a:rPr>
              <a:t>함수는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그룹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객체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주소와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해당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그룹의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이름을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string으로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받고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그룹의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프레임과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메세지를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처리할때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병렬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처리를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원하는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플래그를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매개인자로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받음</a:t>
            </a:r>
            <a:r>
              <a:rPr lang="en-US" altLang="ko-KR">
                <a:ea typeface="Calibri"/>
                <a:cs typeface="Calibri"/>
              </a:rPr>
              <a:t>. </a:t>
            </a:r>
            <a:r>
              <a:rPr lang="en-US" altLang="ko-KR" err="1">
                <a:ea typeface="Calibri"/>
                <a:cs typeface="Calibri"/>
              </a:rPr>
              <a:t>게임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라이브러리는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그룹의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구분을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그룹id를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통해서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하는데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그룹ID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부여는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게임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라이브러리가</a:t>
            </a:r>
            <a:r>
              <a:rPr lang="en-US" altLang="ko-KR">
                <a:ea typeface="Calibri"/>
                <a:cs typeface="Calibri"/>
              </a:rPr>
              <a:t> 함. </a:t>
            </a:r>
            <a:r>
              <a:rPr lang="en-US" altLang="ko-KR" err="1">
                <a:ea typeface="Calibri"/>
                <a:cs typeface="Calibri"/>
              </a:rPr>
              <a:t>그런데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외부의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컨텐츠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사용자는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그룹ID에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대해서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모르고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컨텐츠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이름만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알고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있음</a:t>
            </a:r>
            <a:r>
              <a:rPr lang="en-US" altLang="ko-KR">
                <a:ea typeface="Calibri"/>
                <a:cs typeface="Calibri"/>
              </a:rPr>
              <a:t>. </a:t>
            </a:r>
            <a:r>
              <a:rPr lang="en-US" altLang="ko-KR" err="1">
                <a:ea typeface="Calibri"/>
                <a:cs typeface="Calibri"/>
              </a:rPr>
              <a:t>그래서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컨텐츠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이름과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그룹id를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대응시키는</a:t>
            </a:r>
            <a:r>
              <a:rPr lang="en-US" altLang="ko-KR">
                <a:ea typeface="Calibri"/>
                <a:cs typeface="Calibri"/>
              </a:rPr>
              <a:t> map </a:t>
            </a:r>
            <a:r>
              <a:rPr lang="en-US" altLang="ko-KR" err="1">
                <a:ea typeface="Calibri"/>
                <a:cs typeface="Calibri"/>
              </a:rPr>
              <a:t>자료구조를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게임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라이브러리가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들고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있어서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컨텐츠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사용자가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어떤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그룹으로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이동하고싶다고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매개인자로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컨텐츠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이름을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전달하면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내부에서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해당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이름을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가지고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그룹ID를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찾아서</a:t>
            </a:r>
            <a:r>
              <a:rPr lang="en-US" altLang="ko-KR">
                <a:ea typeface="Calibri"/>
                <a:cs typeface="Calibri"/>
              </a:rPr>
              <a:t> 그 </a:t>
            </a:r>
            <a:r>
              <a:rPr lang="en-US" altLang="ko-KR" err="1">
                <a:ea typeface="Calibri"/>
                <a:cs typeface="Calibri"/>
              </a:rPr>
              <a:t>그룹으로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이동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시켜줌</a:t>
            </a:r>
            <a:r>
              <a:rPr lang="en-US" altLang="ko-KR">
                <a:ea typeface="Calibri"/>
                <a:cs typeface="Calibri"/>
              </a:rPr>
              <a:t>. </a:t>
            </a:r>
          </a:p>
          <a:p>
            <a:pPr marL="171450" indent="-171450">
              <a:buFont typeface="Calibri"/>
              <a:buChar char="-"/>
            </a:pPr>
            <a:r>
              <a:rPr lang="en-US" altLang="ko-KR" err="1">
                <a:ea typeface="Calibri"/>
                <a:cs typeface="Calibri"/>
              </a:rPr>
              <a:t>그룹의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프레임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처리를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위한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프레임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스레드임</a:t>
            </a:r>
            <a:r>
              <a:rPr lang="en-US" altLang="ko-KR">
                <a:ea typeface="Calibri"/>
                <a:cs typeface="Calibri"/>
              </a:rPr>
              <a:t>. </a:t>
            </a:r>
            <a:r>
              <a:rPr lang="en-US" altLang="ko-KR" err="1">
                <a:ea typeface="Calibri"/>
                <a:cs typeface="Calibri"/>
              </a:rPr>
              <a:t>프레임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스레드는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반복문을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돌면서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시간을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체크하고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해당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그룹의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특정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프레임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시간이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되었으면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PQCS로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쏴주고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그룹의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OldTime을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갱신해줌</a:t>
            </a:r>
            <a:r>
              <a:rPr lang="en-US" altLang="ko-KR">
                <a:ea typeface="Calibri"/>
                <a:cs typeface="Calibri"/>
              </a:rPr>
              <a:t>. </a:t>
            </a:r>
            <a:r>
              <a:rPr lang="en-US" altLang="ko-KR" err="1">
                <a:ea typeface="Calibri"/>
                <a:cs typeface="Calibri"/>
              </a:rPr>
              <a:t>이때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프레임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스레드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자체가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느리게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동작하는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경우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밀린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만큼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cnt를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계산해서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for문을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돌아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해당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횟수만큼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pqcs를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쏴서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프레임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로직을</a:t>
            </a:r>
            <a:r>
              <a:rPr lang="en-US" altLang="ko-KR">
                <a:ea typeface="Calibri"/>
                <a:cs typeface="Calibri"/>
              </a:rPr>
              <a:t> 더 </a:t>
            </a:r>
            <a:r>
              <a:rPr lang="en-US" altLang="ko-KR" err="1">
                <a:ea typeface="Calibri"/>
                <a:cs typeface="Calibri"/>
              </a:rPr>
              <a:t>많이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처리하도록</a:t>
            </a:r>
            <a:r>
              <a:rPr lang="en-US" altLang="ko-KR">
                <a:ea typeface="Calibri"/>
                <a:cs typeface="Calibri"/>
              </a:rPr>
              <a:t> 함.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3A8BA5D-CDB8-5ACE-C143-04F246DFD6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CDE012-9E2E-4477-8B5C-4E7D4E9BCBA6}" type="slidenum">
              <a:rPr lang="en-US" noProof="0" smtClean="0"/>
              <a:t>19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51768292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FA1F51-F80E-267B-D5DE-87A18585E1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AE9CCAE-E70E-EBA3-43B0-1F39DBF553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B435D01-0B69-E7C1-4E9B-3EFB514D37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>
                <a:ea typeface="Calibri"/>
                <a:cs typeface="Calibri"/>
              </a:rPr>
              <a:t>&lt;</a:t>
            </a:r>
            <a:r>
              <a:rPr lang="en-US" altLang="ko-KR" err="1">
                <a:ea typeface="Calibri"/>
                <a:cs typeface="Calibri"/>
              </a:rPr>
              <a:t>대본</a:t>
            </a:r>
            <a:r>
              <a:rPr lang="en-US" altLang="ko-KR">
                <a:ea typeface="Calibri"/>
                <a:cs typeface="Calibri"/>
              </a:rPr>
              <a:t>&gt;</a:t>
            </a:r>
            <a:endParaRPr lang="ko-KR" altLang="en-US">
              <a:ea typeface="맑은 고딕"/>
              <a:cs typeface="Calibri"/>
            </a:endParaRPr>
          </a:p>
          <a:p>
            <a:pPr marL="171450" indent="-171450">
              <a:buFont typeface="Calibri"/>
              <a:buChar char="-"/>
            </a:pPr>
            <a:r>
              <a:rPr lang="en-US" altLang="ko-KR" err="1">
                <a:ea typeface="Calibri"/>
                <a:cs typeface="Calibri"/>
              </a:rPr>
              <a:t>그룹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처리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관려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코드의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일부임</a:t>
            </a:r>
            <a:r>
              <a:rPr lang="en-US" altLang="ko-KR">
                <a:ea typeface="Calibri"/>
                <a:cs typeface="Calibri"/>
              </a:rPr>
              <a:t>.</a:t>
            </a:r>
          </a:p>
          <a:p>
            <a:pPr marL="171450" indent="-171450">
              <a:buFont typeface="Calibri"/>
              <a:buChar char="-"/>
            </a:pPr>
            <a:r>
              <a:rPr lang="en-US" altLang="ko-KR" err="1">
                <a:ea typeface="Calibri"/>
                <a:cs typeface="Calibri"/>
              </a:rPr>
              <a:t>우선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그룹을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상속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받은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컨텐츠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객체를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생성하고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나서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게임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라이브러리의</a:t>
            </a:r>
            <a:r>
              <a:rPr lang="en-US" altLang="ko-KR">
                <a:ea typeface="Calibri"/>
                <a:cs typeface="Calibri"/>
              </a:rPr>
              <a:t> Attach </a:t>
            </a:r>
            <a:r>
              <a:rPr lang="en-US" altLang="ko-KR" err="1">
                <a:ea typeface="Calibri"/>
                <a:cs typeface="Calibri"/>
              </a:rPr>
              <a:t>함수를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호출하여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게임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라이브러리에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그룹을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등록함</a:t>
            </a:r>
            <a:r>
              <a:rPr lang="en-US" altLang="ko-KR">
                <a:ea typeface="Calibri"/>
                <a:cs typeface="Calibri"/>
              </a:rPr>
              <a:t>. </a:t>
            </a:r>
            <a:r>
              <a:rPr lang="en-US" altLang="ko-KR" err="1">
                <a:ea typeface="Calibri"/>
                <a:cs typeface="Calibri"/>
              </a:rPr>
              <a:t>이때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그룹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객체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주소를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배열에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등록하는데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게임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라이브러리는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OnClientJoin함수는</a:t>
            </a:r>
            <a:r>
              <a:rPr lang="en-US" altLang="ko-KR">
                <a:ea typeface="Calibri"/>
                <a:cs typeface="Calibri"/>
              </a:rPr>
              <a:t> 0번 </a:t>
            </a:r>
            <a:r>
              <a:rPr lang="en-US" altLang="ko-KR" err="1">
                <a:ea typeface="Calibri"/>
                <a:cs typeface="Calibri"/>
              </a:rPr>
              <a:t>그룹에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대해서만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호출함</a:t>
            </a:r>
            <a:r>
              <a:rPr lang="en-US" altLang="ko-KR">
                <a:ea typeface="Calibri"/>
                <a:cs typeface="Calibri"/>
              </a:rPr>
              <a:t>. </a:t>
            </a:r>
            <a:r>
              <a:rPr lang="en-US" altLang="ko-KR" err="1">
                <a:ea typeface="Calibri"/>
                <a:cs typeface="Calibri"/>
              </a:rPr>
              <a:t>어쨌든</a:t>
            </a:r>
            <a:r>
              <a:rPr lang="en-US" altLang="ko-KR">
                <a:ea typeface="Calibri"/>
                <a:cs typeface="Calibri"/>
              </a:rPr>
              <a:t> Attach </a:t>
            </a:r>
            <a:r>
              <a:rPr lang="en-US" altLang="ko-KR" err="1">
                <a:ea typeface="Calibri"/>
                <a:cs typeface="Calibri"/>
              </a:rPr>
              <a:t>함수는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그룹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객체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주소와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해당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그룹의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이름을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string으로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받고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그룹의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프레임과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메세지를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처리할때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병렬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처리를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원하는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플래그를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매개인자로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받음</a:t>
            </a:r>
            <a:r>
              <a:rPr lang="en-US" altLang="ko-KR">
                <a:ea typeface="Calibri"/>
                <a:cs typeface="Calibri"/>
              </a:rPr>
              <a:t>. </a:t>
            </a:r>
            <a:r>
              <a:rPr lang="en-US" altLang="ko-KR" err="1">
                <a:ea typeface="Calibri"/>
                <a:cs typeface="Calibri"/>
              </a:rPr>
              <a:t>게임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라이브러리는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그룹의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구분을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그룹id를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통해서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하는데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그룹ID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부여는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게임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라이브러리가</a:t>
            </a:r>
            <a:r>
              <a:rPr lang="en-US" altLang="ko-KR">
                <a:ea typeface="Calibri"/>
                <a:cs typeface="Calibri"/>
              </a:rPr>
              <a:t> 함. </a:t>
            </a:r>
            <a:r>
              <a:rPr lang="en-US" altLang="ko-KR" err="1">
                <a:ea typeface="Calibri"/>
                <a:cs typeface="Calibri"/>
              </a:rPr>
              <a:t>그런데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외부의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컨텐츠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사용자는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그룹ID에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대해서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모르고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컨텐츠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이름만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알고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있음</a:t>
            </a:r>
            <a:r>
              <a:rPr lang="en-US" altLang="ko-KR">
                <a:ea typeface="Calibri"/>
                <a:cs typeface="Calibri"/>
              </a:rPr>
              <a:t>. </a:t>
            </a:r>
            <a:r>
              <a:rPr lang="en-US" altLang="ko-KR" err="1">
                <a:ea typeface="Calibri"/>
                <a:cs typeface="Calibri"/>
              </a:rPr>
              <a:t>그래서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컨텐츠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이름과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그룹id를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대응시키는</a:t>
            </a:r>
            <a:r>
              <a:rPr lang="en-US" altLang="ko-KR">
                <a:ea typeface="Calibri"/>
                <a:cs typeface="Calibri"/>
              </a:rPr>
              <a:t> map </a:t>
            </a:r>
            <a:r>
              <a:rPr lang="en-US" altLang="ko-KR" err="1">
                <a:ea typeface="Calibri"/>
                <a:cs typeface="Calibri"/>
              </a:rPr>
              <a:t>자료구조를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게임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라이브러리가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들고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있어서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컨텐츠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사용자가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어떤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그룹으로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이동하고싶다고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매개인자로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컨텐츠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이름을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전달하면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내부에서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해당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이름을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가지고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그룹ID를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찾아서</a:t>
            </a:r>
            <a:r>
              <a:rPr lang="en-US" altLang="ko-KR">
                <a:ea typeface="Calibri"/>
                <a:cs typeface="Calibri"/>
              </a:rPr>
              <a:t> 그 </a:t>
            </a:r>
            <a:r>
              <a:rPr lang="en-US" altLang="ko-KR" err="1">
                <a:ea typeface="Calibri"/>
                <a:cs typeface="Calibri"/>
              </a:rPr>
              <a:t>그룹으로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이동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시켜줌</a:t>
            </a:r>
            <a:r>
              <a:rPr lang="en-US" altLang="ko-KR">
                <a:ea typeface="Calibri"/>
                <a:cs typeface="Calibri"/>
              </a:rPr>
              <a:t>. </a:t>
            </a:r>
          </a:p>
          <a:p>
            <a:pPr marL="171450" indent="-171450">
              <a:buFont typeface="Calibri"/>
              <a:buChar char="-"/>
            </a:pPr>
            <a:r>
              <a:rPr lang="en-US" altLang="ko-KR" err="1">
                <a:ea typeface="Calibri"/>
                <a:cs typeface="Calibri"/>
              </a:rPr>
              <a:t>그룹의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프레임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처리를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위한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프레임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스레드임</a:t>
            </a:r>
            <a:r>
              <a:rPr lang="en-US" altLang="ko-KR">
                <a:ea typeface="Calibri"/>
                <a:cs typeface="Calibri"/>
              </a:rPr>
              <a:t>. </a:t>
            </a:r>
            <a:r>
              <a:rPr lang="en-US" altLang="ko-KR" err="1">
                <a:ea typeface="Calibri"/>
                <a:cs typeface="Calibri"/>
              </a:rPr>
              <a:t>프레임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스레드는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반복문을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돌면서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시간을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체크하고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해당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그룹의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특정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프레임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시간이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되었으면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PQCS로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쏴주고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그룹의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OldTime을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갱신해줌</a:t>
            </a:r>
            <a:r>
              <a:rPr lang="en-US" altLang="ko-KR">
                <a:ea typeface="Calibri"/>
                <a:cs typeface="Calibri"/>
              </a:rPr>
              <a:t>. </a:t>
            </a:r>
            <a:r>
              <a:rPr lang="en-US" altLang="ko-KR" err="1">
                <a:ea typeface="Calibri"/>
                <a:cs typeface="Calibri"/>
              </a:rPr>
              <a:t>이때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프레임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스레드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자체가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느리게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동작하는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경우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밀린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만큼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cnt를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계산해서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for문을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돌아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해당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횟수만큼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pqcs를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쏴서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프레임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로직을</a:t>
            </a:r>
            <a:r>
              <a:rPr lang="en-US" altLang="ko-KR">
                <a:ea typeface="Calibri"/>
                <a:cs typeface="Calibri"/>
              </a:rPr>
              <a:t> 더 </a:t>
            </a:r>
            <a:r>
              <a:rPr lang="en-US" altLang="ko-KR" err="1">
                <a:ea typeface="Calibri"/>
                <a:cs typeface="Calibri"/>
              </a:rPr>
              <a:t>많이</a:t>
            </a:r>
            <a:r>
              <a:rPr lang="en-US" altLang="ko-KR">
                <a:ea typeface="Calibri"/>
                <a:cs typeface="Calibri"/>
              </a:rPr>
              <a:t> </a:t>
            </a:r>
            <a:r>
              <a:rPr lang="en-US" altLang="ko-KR" err="1">
                <a:ea typeface="Calibri"/>
                <a:cs typeface="Calibri"/>
              </a:rPr>
              <a:t>처리하도록</a:t>
            </a:r>
            <a:r>
              <a:rPr lang="en-US" altLang="ko-KR">
                <a:ea typeface="Calibri"/>
                <a:cs typeface="Calibri"/>
              </a:rPr>
              <a:t> 함.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3F1494D-D2E9-79A3-436B-5432794B10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CDE012-9E2E-4477-8B5C-4E7D4E9BCBA6}" type="slidenum">
              <a:rPr lang="en-US" noProof="0" smtClean="0"/>
              <a:t>20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08914988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>
                <a:ea typeface="맑은 고딕"/>
                <a:cs typeface="Calibri"/>
              </a:rPr>
              <a:t>&lt;대본&gt;</a:t>
            </a:r>
          </a:p>
          <a:p>
            <a:pPr marL="171450" indent="-171450">
              <a:buFont typeface="Calibri"/>
              <a:buChar char="-"/>
            </a:pPr>
            <a:r>
              <a:rPr lang="ko-KR" altLang="en-US">
                <a:ea typeface="맑은 고딕"/>
                <a:cs typeface="Calibri"/>
              </a:rPr>
              <a:t>이제 만든 서버들에 대해서 무중단 테스트를 진행함. 채팅 서버의 경우 인증 처리 없는 버전은 1주일간 </a:t>
            </a:r>
            <a:r>
              <a:rPr lang="ko-KR" altLang="en-US" err="1">
                <a:ea typeface="맑은 고딕"/>
                <a:cs typeface="Calibri"/>
              </a:rPr>
              <a:t>무중단</a:t>
            </a:r>
            <a:r>
              <a:rPr lang="ko-KR" altLang="en-US">
                <a:ea typeface="맑은 고딕"/>
                <a:cs typeface="Calibri"/>
              </a:rPr>
              <a:t> 테스트를 하여서 위와 같은 결과를 유지하였음.</a:t>
            </a:r>
          </a:p>
          <a:p>
            <a:pPr marL="171450" indent="-171450">
              <a:buFont typeface="Calibri"/>
              <a:buChar char="-"/>
            </a:pPr>
            <a:r>
              <a:rPr lang="ko-KR" altLang="en-US">
                <a:ea typeface="맑은 고딕"/>
                <a:cs typeface="Calibri"/>
              </a:rPr>
              <a:t>로그인 서버 및 채팅서버 연동 테스트의 경우 5일 </a:t>
            </a:r>
            <a:r>
              <a:rPr lang="ko-KR" altLang="en-US" err="1">
                <a:ea typeface="맑은 고딕"/>
                <a:cs typeface="Calibri"/>
              </a:rPr>
              <a:t>무중단</a:t>
            </a:r>
            <a:r>
              <a:rPr lang="ko-KR" altLang="en-US">
                <a:ea typeface="맑은 고딕"/>
                <a:cs typeface="Calibri"/>
              </a:rPr>
              <a:t> 테스트를 하였을 때 위와 같은 결과가 나왔음.</a:t>
            </a:r>
          </a:p>
          <a:p>
            <a:pPr marL="171450" indent="-171450">
              <a:buFont typeface="Calibri"/>
              <a:buChar char="-"/>
            </a:pPr>
            <a:r>
              <a:rPr lang="ko-KR" altLang="en-US">
                <a:ea typeface="맑은 고딕"/>
                <a:cs typeface="Calibri"/>
              </a:rPr>
              <a:t>마지막으로 게임 서버의 경우 연결 끊김 테스트를 진행하였을 때 위와 같은 결과가 나왔음. 게임 서버의 경우 다른 서버 테스트하는 더미 프로그램과 달리 자체적으로 연결을 끊어주는 기능이 없어서 그냥 1주일 테스트 후 </a:t>
            </a:r>
            <a:r>
              <a:rPr lang="ko-KR" altLang="en-US" err="1">
                <a:ea typeface="맑은 고딕"/>
                <a:cs typeface="Calibri"/>
              </a:rPr>
              <a:t>send를</a:t>
            </a:r>
            <a:r>
              <a:rPr lang="ko-KR" altLang="en-US">
                <a:ea typeface="맑은 고딕"/>
                <a:cs typeface="Calibri"/>
              </a:rPr>
              <a:t> 종료하여 직렬화 버퍼만 제대로 반납되는 것을 확인함.</a:t>
            </a:r>
          </a:p>
          <a:p>
            <a:pPr marL="171450" indent="-171450">
              <a:buFont typeface="Calibri"/>
              <a:buChar char="-"/>
            </a:pPr>
            <a:r>
              <a:rPr lang="ko-KR" altLang="en-US">
                <a:ea typeface="맑은 고딕"/>
                <a:cs typeface="Calibri"/>
              </a:rPr>
              <a:t>채팅 서버나 로그인 서버의 경우 더미 프로그램 자체적으로 연결 끊는 기능이 있어서 잘 끊어져서 버퍼나 유저, 세션 정리 </a:t>
            </a:r>
            <a:r>
              <a:rPr lang="ko-KR" altLang="en-US" err="1">
                <a:ea typeface="맑은 고딕"/>
                <a:cs typeface="Calibri"/>
              </a:rPr>
              <a:t>되는거</a:t>
            </a:r>
            <a:r>
              <a:rPr lang="ko-KR" altLang="en-US">
                <a:ea typeface="맑은 고딕"/>
                <a:cs typeface="Calibri"/>
              </a:rPr>
              <a:t> 확인 가능하나 게임 서버는 기능 존재하지 않음. 그래서 중지 하고 프로그램 닫는 식으로 진행함. </a:t>
            </a:r>
            <a:endParaRPr lang="ko-KR">
              <a:ea typeface="맑은 고딕"/>
              <a:cs typeface="Calibri" panose="020F0502020204030204"/>
            </a:endParaRPr>
          </a:p>
          <a:p>
            <a:pPr marL="171450" indent="-171450">
              <a:buFont typeface="Calibri"/>
              <a:buChar char="-"/>
            </a:pPr>
            <a:r>
              <a:rPr lang="ko-KR" altLang="en-US">
                <a:ea typeface="맑은 고딕"/>
                <a:cs typeface="Calibri"/>
              </a:rPr>
              <a:t>다만 게임 서버에서 더미 프로그램을 강제 종료하면 rst 유실로 인해 서버가 인지 못하는 상황이 발생해서 세션이나 유저가 잔존해 있는 경우 있음. 이때 </a:t>
            </a:r>
            <a:r>
              <a:rPr lang="ko-KR" altLang="en-US" err="1">
                <a:ea typeface="맑은 고딕"/>
                <a:cs typeface="Calibri"/>
              </a:rPr>
              <a:t>cmd</a:t>
            </a:r>
            <a:r>
              <a:rPr lang="ko-KR" altLang="en-US">
                <a:ea typeface="맑은 고딕"/>
                <a:cs typeface="Calibri"/>
              </a:rPr>
              <a:t> </a:t>
            </a:r>
            <a:r>
              <a:rPr lang="ko-KR" altLang="en-US" err="1">
                <a:ea typeface="맑은 고딕"/>
                <a:cs typeface="Calibri"/>
              </a:rPr>
              <a:t>nestat</a:t>
            </a:r>
            <a:r>
              <a:rPr lang="ko-KR" altLang="en-US">
                <a:ea typeface="맑은 고딕"/>
                <a:cs typeface="Calibri"/>
              </a:rPr>
              <a:t> 확인해서 </a:t>
            </a:r>
            <a:r>
              <a:rPr lang="ko-KR" altLang="en-US" err="1">
                <a:ea typeface="맑은 고딕"/>
                <a:cs typeface="Calibri"/>
              </a:rPr>
              <a:t>established</a:t>
            </a:r>
            <a:r>
              <a:rPr lang="ko-KR" altLang="en-US">
                <a:ea typeface="맑은 고딕"/>
                <a:cs typeface="Calibri"/>
              </a:rPr>
              <a:t> 소켓 개수 </a:t>
            </a:r>
            <a:r>
              <a:rPr lang="ko-KR" altLang="en-US" err="1">
                <a:ea typeface="맑은 고딕"/>
                <a:cs typeface="Calibri"/>
              </a:rPr>
              <a:t>확인해봄</a:t>
            </a:r>
            <a:r>
              <a:rPr lang="ko-KR" altLang="en-US">
                <a:ea typeface="맑은 고딕"/>
                <a:cs typeface="Calibri"/>
              </a:rPr>
              <a:t>. </a:t>
            </a:r>
            <a:r>
              <a:rPr lang="ko-KR" altLang="en-US" err="1">
                <a:ea typeface="맑은 고딕"/>
                <a:cs typeface="Calibri"/>
              </a:rPr>
              <a:t>Rst</a:t>
            </a:r>
            <a:r>
              <a:rPr lang="ko-KR" altLang="en-US">
                <a:ea typeface="맑은 고딕"/>
                <a:cs typeface="Calibri"/>
              </a:rPr>
              <a:t> 유실인지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CDE012-9E2E-4477-8B5C-4E7D4E9BCBA6}" type="slidenum">
              <a:rPr lang="en-US" noProof="0" smtClean="0"/>
              <a:t>21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0473806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DEDE1E-3B38-BD52-3723-250BEF9AA6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E5D534-3D51-1CEF-935D-0B309E56C5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27F4BC-3339-7955-4570-4756D8B114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&lt;</a:t>
            </a:r>
            <a:r>
              <a:rPr lang="ko-KR" altLang="en-US" err="1">
                <a:ea typeface="Calibri"/>
                <a:cs typeface="Calibri"/>
              </a:rPr>
              <a:t>대본</a:t>
            </a:r>
            <a:r>
              <a:rPr lang="en-US">
                <a:ea typeface="Calibri"/>
                <a:cs typeface="Calibri"/>
              </a:rPr>
              <a:t>&gt;</a:t>
            </a:r>
          </a:p>
          <a:p>
            <a:pPr marL="171450" indent="-171450">
              <a:buFont typeface="Calibri"/>
              <a:buChar char="-"/>
            </a:pPr>
            <a:r>
              <a:rPr lang="ko-KR" altLang="en-US">
                <a:ea typeface="Calibri"/>
                <a:cs typeface="Calibri"/>
              </a:rPr>
              <a:t>이 프로젝트의 간략한 개요를 설명</a:t>
            </a:r>
          </a:p>
          <a:p>
            <a:pPr marL="171450" indent="-171450">
              <a:buFont typeface="Calibri"/>
              <a:buChar char="-"/>
            </a:pPr>
            <a:r>
              <a:rPr lang="ko-KR" altLang="en-US">
                <a:ea typeface="Calibri"/>
                <a:cs typeface="Calibri"/>
              </a:rPr>
              <a:t>우선 세션의 </a:t>
            </a:r>
            <a:r>
              <a:rPr lang="ko-KR" altLang="en-US" err="1">
                <a:ea typeface="Calibri"/>
                <a:cs typeface="Calibri"/>
              </a:rPr>
              <a:t>lock을</a:t>
            </a:r>
            <a:r>
              <a:rPr lang="ko-KR" altLang="en-US">
                <a:ea typeface="Calibri"/>
                <a:cs typeface="Calibri"/>
              </a:rPr>
              <a:t> 제거한 네트워크 라이브러리를 구현하고 그룹 기반 처리 및 네트워크 처리를 </a:t>
            </a:r>
            <a:r>
              <a:rPr lang="ko-KR" altLang="en-US" err="1">
                <a:ea typeface="Calibri"/>
                <a:cs typeface="Calibri"/>
              </a:rPr>
              <a:t>담당하난</a:t>
            </a:r>
            <a:r>
              <a:rPr lang="ko-KR" altLang="en-US">
                <a:ea typeface="Calibri"/>
                <a:cs typeface="Calibri"/>
              </a:rPr>
              <a:t> 게임 라이브러리를 구현하였음.</a:t>
            </a:r>
          </a:p>
          <a:p>
            <a:pPr marL="171450" indent="-171450">
              <a:buFont typeface="Calibri"/>
              <a:buChar char="-"/>
            </a:pPr>
            <a:r>
              <a:rPr lang="ko-KR" altLang="en-US">
                <a:ea typeface="Calibri"/>
                <a:cs typeface="Calibri"/>
              </a:rPr>
              <a:t>네트워크 라이브러리를 통해 채팅 서버, 로그인 서버, 모니터링 서버를 구성하고 게임 라이브러리를 통해 게임 서버(에코 서버)</a:t>
            </a:r>
            <a:r>
              <a:rPr lang="ko-KR" altLang="en-US" err="1">
                <a:ea typeface="Calibri"/>
                <a:cs typeface="Calibri"/>
              </a:rPr>
              <a:t>를</a:t>
            </a:r>
            <a:r>
              <a:rPr lang="ko-KR" altLang="en-US">
                <a:ea typeface="Calibri"/>
                <a:cs typeface="Calibri"/>
              </a:rPr>
              <a:t> 구현함.</a:t>
            </a:r>
          </a:p>
          <a:p>
            <a:pPr marL="171450" indent="-171450">
              <a:buFont typeface="Calibri"/>
              <a:buChar char="-"/>
            </a:pPr>
            <a:r>
              <a:rPr lang="ko-KR" altLang="en-US">
                <a:ea typeface="Calibri"/>
                <a:cs typeface="Calibri"/>
              </a:rPr>
              <a:t>이렇게 구현한 서버를 장시간동안 </a:t>
            </a:r>
            <a:r>
              <a:rPr lang="ko-KR" altLang="en-US" err="1">
                <a:ea typeface="Calibri"/>
                <a:cs typeface="Calibri"/>
              </a:rPr>
              <a:t>무중단</a:t>
            </a:r>
            <a:r>
              <a:rPr lang="ko-KR" altLang="en-US">
                <a:ea typeface="Calibri"/>
                <a:cs typeface="Calibri"/>
              </a:rPr>
              <a:t> 테스트하여 네트워크  라이브러리 및 게임 라이브러리의 신뢰성을 검증하였음.</a:t>
            </a:r>
          </a:p>
          <a:p>
            <a:pPr marL="171450" indent="-171450">
              <a:buFont typeface="Calibri"/>
              <a:buChar char="-"/>
            </a:pPr>
            <a:r>
              <a:rPr lang="ko-KR" altLang="en-US">
                <a:ea typeface="Calibri"/>
                <a:cs typeface="Calibri"/>
              </a:rPr>
              <a:t>마지막으로 소켓의 Zero Copy를 킨것과 끈것 중 어떤것이 어떤 상황에서 좋은지를 비교 환경을 만들어서 테스트하였고 분석하였음.</a:t>
            </a:r>
          </a:p>
          <a:p>
            <a:pPr marL="171450" indent="-171450">
              <a:buFont typeface="Calibri"/>
              <a:buChar char="-"/>
            </a:pPr>
            <a:endParaRPr lang="ko-KR" altLang="en-US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602481-BED7-469D-568C-B60DDADB29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CDE012-9E2E-4477-8B5C-4E7D4E9BCBA6}" type="slidenum">
              <a:rPr lang="en-US" noProof="0" smtClean="0"/>
              <a:t>22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6798249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E0B7F8-CF38-F054-D73E-302A71BA18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F2A82D5-E194-DA42-B47C-4EEC31CD17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BC7ACF4-89B8-6315-8A52-CE72A64E7E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&lt;</a:t>
            </a:r>
            <a:r>
              <a:rPr lang="ko-KR" altLang="en-US"/>
              <a:t>대본</a:t>
            </a:r>
            <a:r>
              <a:rPr lang="en-US" altLang="ko-KR"/>
              <a:t>&gt;</a:t>
            </a:r>
            <a:endParaRPr lang="ko-KR" altLang="en-US">
              <a:solidFill>
                <a:srgbClr val="444444"/>
              </a:solidFill>
            </a:endParaRPr>
          </a:p>
          <a:p>
            <a:pPr marL="171450" indent="-171450">
              <a:buFont typeface="Calibri,Sans-Serif"/>
              <a:buChar char="-"/>
            </a:pPr>
            <a:r>
              <a:rPr lang="ko-KR" altLang="en-US">
                <a:ea typeface="맑은 고딕"/>
              </a:rPr>
              <a:t>먼저 </a:t>
            </a:r>
            <a:r>
              <a:rPr lang="en-US" altLang="ko-KR" err="1">
                <a:ea typeface="맑은 고딕"/>
              </a:rPr>
              <a:t>aba</a:t>
            </a:r>
            <a:r>
              <a:rPr lang="ko-KR" altLang="en-US">
                <a:ea typeface="맑은 고딕"/>
              </a:rPr>
              <a:t> 입니다</a:t>
            </a:r>
            <a:r>
              <a:rPr lang="en-US" altLang="ko-KR">
                <a:ea typeface="맑은 고딕"/>
              </a:rPr>
              <a:t>.</a:t>
            </a:r>
            <a:r>
              <a:rPr lang="ko-KR" altLang="en-US">
                <a:ea typeface="맑은 고딕"/>
              </a:rPr>
              <a:t> 우선 </a:t>
            </a:r>
            <a:r>
              <a:rPr lang="en-US" altLang="ko-KR" err="1">
                <a:ea typeface="맑은 고딕"/>
              </a:rPr>
              <a:t>aba</a:t>
            </a:r>
            <a:r>
              <a:rPr lang="ko-KR" altLang="en-US" err="1">
                <a:ea typeface="맑은 고딕"/>
              </a:rPr>
              <a:t>가</a:t>
            </a:r>
            <a:r>
              <a:rPr lang="ko-KR" altLang="en-US">
                <a:ea typeface="맑은 고딕"/>
              </a:rPr>
              <a:t> 발생하는 과정을 보면 스레드 </a:t>
            </a:r>
            <a:r>
              <a:rPr lang="en-US" altLang="ko-KR">
                <a:ea typeface="맑은 고딕"/>
              </a:rPr>
              <a:t>1</a:t>
            </a:r>
            <a:r>
              <a:rPr lang="ko-KR" altLang="en-US">
                <a:ea typeface="맑은 고딕"/>
              </a:rPr>
              <a:t>이 </a:t>
            </a:r>
            <a:r>
              <a:rPr lang="en-US" altLang="ko-KR" err="1">
                <a:ea typeface="맑은 고딕"/>
              </a:rPr>
              <a:t>top</a:t>
            </a:r>
            <a:r>
              <a:rPr lang="ko-KR" altLang="en-US" err="1">
                <a:ea typeface="맑은 고딕"/>
              </a:rPr>
              <a:t>을</a:t>
            </a:r>
            <a:r>
              <a:rPr lang="ko-KR" altLang="en-US">
                <a:ea typeface="맑은 고딕"/>
              </a:rPr>
              <a:t> </a:t>
            </a:r>
            <a:r>
              <a:rPr lang="en-US" altLang="ko-KR">
                <a:ea typeface="맑은 고딕"/>
              </a:rPr>
              <a:t>1</a:t>
            </a:r>
            <a:r>
              <a:rPr lang="ko-KR" altLang="en-US">
                <a:ea typeface="맑은 고딕"/>
              </a:rPr>
              <a:t> 노드로 본 상태에서 다른 스레드가 </a:t>
            </a:r>
            <a:r>
              <a:rPr lang="en-US" altLang="ko-KR" err="1">
                <a:ea typeface="맑은 고딕"/>
              </a:rPr>
              <a:t>pop</a:t>
            </a:r>
            <a:r>
              <a:rPr lang="en-US" altLang="ko-KR">
                <a:ea typeface="맑은 고딕"/>
              </a:rPr>
              <a:t>,</a:t>
            </a:r>
            <a:r>
              <a:rPr lang="ko-KR" altLang="en-US">
                <a:ea typeface="맑은 고딕"/>
              </a:rPr>
              <a:t> </a:t>
            </a:r>
            <a:r>
              <a:rPr lang="en-US" altLang="ko-KR" err="1">
                <a:ea typeface="맑은 고딕"/>
              </a:rPr>
              <a:t>pop</a:t>
            </a:r>
            <a:r>
              <a:rPr lang="en-US" altLang="ko-KR">
                <a:ea typeface="맑은 고딕"/>
              </a:rPr>
              <a:t>,</a:t>
            </a:r>
            <a:r>
              <a:rPr lang="ko-KR" altLang="en-US">
                <a:ea typeface="맑은 고딕"/>
              </a:rPr>
              <a:t> </a:t>
            </a:r>
            <a:r>
              <a:rPr lang="en-US" altLang="ko-KR" err="1">
                <a:ea typeface="맑은 고딕"/>
              </a:rPr>
              <a:t>push</a:t>
            </a:r>
            <a:r>
              <a:rPr lang="ko-KR" altLang="en-US">
                <a:ea typeface="맑은 고딕"/>
              </a:rPr>
              <a:t> </a:t>
            </a:r>
            <a:r>
              <a:rPr lang="en-US" altLang="ko-KR">
                <a:ea typeface="맑은 고딕"/>
              </a:rPr>
              <a:t>,</a:t>
            </a:r>
            <a:r>
              <a:rPr lang="en-US" altLang="ko-KR" err="1">
                <a:ea typeface="맑은 고딕"/>
              </a:rPr>
              <a:t>push</a:t>
            </a:r>
            <a:r>
              <a:rPr lang="ko-KR" altLang="en-US" err="1">
                <a:ea typeface="맑은 고딕"/>
              </a:rPr>
              <a:t>를</a:t>
            </a:r>
            <a:r>
              <a:rPr lang="ko-KR" altLang="en-US">
                <a:ea typeface="맑은 고딕"/>
              </a:rPr>
              <a:t> 해서 스택 상태를 </a:t>
            </a:r>
            <a:r>
              <a:rPr lang="en-US" altLang="ko-KR">
                <a:ea typeface="맑은 고딕"/>
              </a:rPr>
              <a:t>1</a:t>
            </a:r>
            <a:r>
              <a:rPr lang="ko-KR" altLang="en-US">
                <a:ea typeface="맑은 고딕"/>
              </a:rPr>
              <a:t> </a:t>
            </a:r>
            <a:r>
              <a:rPr lang="en-US" altLang="ko-KR">
                <a:ea typeface="맑은 고딕"/>
              </a:rPr>
              <a:t>-&gt;</a:t>
            </a:r>
            <a:r>
              <a:rPr lang="ko-KR" altLang="en-US">
                <a:ea typeface="맑은 고딕"/>
              </a:rPr>
              <a:t> </a:t>
            </a:r>
            <a:r>
              <a:rPr lang="en-US" altLang="ko-KR">
                <a:ea typeface="맑은 고딕"/>
              </a:rPr>
              <a:t>4</a:t>
            </a:r>
            <a:r>
              <a:rPr lang="ko-KR" altLang="en-US">
                <a:ea typeface="맑은 고딕"/>
              </a:rPr>
              <a:t> </a:t>
            </a:r>
            <a:r>
              <a:rPr lang="en-US" altLang="ko-KR">
                <a:ea typeface="맑은 고딕"/>
              </a:rPr>
              <a:t>-&gt;5</a:t>
            </a:r>
            <a:r>
              <a:rPr lang="ko-KR" altLang="en-US">
                <a:ea typeface="맑은 고딕"/>
              </a:rPr>
              <a:t>로 바꾸는 것임</a:t>
            </a:r>
            <a:r>
              <a:rPr lang="en-US" altLang="ko-KR">
                <a:ea typeface="맑은 고딕"/>
              </a:rPr>
              <a:t>.</a:t>
            </a:r>
            <a:r>
              <a:rPr lang="ko-KR" altLang="en-US">
                <a:ea typeface="맑은 고딕"/>
              </a:rPr>
              <a:t> 그런데 </a:t>
            </a:r>
            <a:r>
              <a:rPr lang="en-US" altLang="ko-KR">
                <a:ea typeface="맑은 고딕"/>
              </a:rPr>
              <a:t>1</a:t>
            </a:r>
            <a:r>
              <a:rPr lang="ko-KR" altLang="en-US">
                <a:ea typeface="맑은 고딕"/>
              </a:rPr>
              <a:t>번 스레드는 </a:t>
            </a:r>
            <a:r>
              <a:rPr lang="en-US" altLang="ko-KR" err="1">
                <a:ea typeface="맑은 고딕"/>
              </a:rPr>
              <a:t>top</a:t>
            </a:r>
            <a:r>
              <a:rPr lang="ko-KR" altLang="en-US" err="1">
                <a:ea typeface="맑은 고딕"/>
              </a:rPr>
              <a:t>이</a:t>
            </a:r>
            <a:r>
              <a:rPr lang="ko-KR" altLang="en-US">
                <a:ea typeface="맑은 고딕"/>
              </a:rPr>
              <a:t> </a:t>
            </a:r>
            <a:r>
              <a:rPr lang="ko-KR" altLang="en-US" err="1">
                <a:ea typeface="맑은 고딕"/>
              </a:rPr>
              <a:t>바뀐지를</a:t>
            </a:r>
            <a:r>
              <a:rPr lang="ko-KR" altLang="en-US">
                <a:ea typeface="맑은 고딕"/>
              </a:rPr>
              <a:t> 모르고 그냥 </a:t>
            </a:r>
            <a:r>
              <a:rPr lang="en-US" altLang="ko-KR" err="1">
                <a:ea typeface="맑은 고딕"/>
              </a:rPr>
              <a:t>cas</a:t>
            </a:r>
            <a:r>
              <a:rPr lang="ko-KR" altLang="en-US" err="1">
                <a:ea typeface="맑은 고딕"/>
              </a:rPr>
              <a:t>를</a:t>
            </a:r>
            <a:r>
              <a:rPr lang="ko-KR" altLang="en-US">
                <a:ea typeface="맑은 고딕"/>
              </a:rPr>
              <a:t> 할 수 있음</a:t>
            </a:r>
            <a:r>
              <a:rPr lang="en-US" altLang="ko-KR">
                <a:ea typeface="맑은 고딕"/>
              </a:rPr>
              <a:t>.</a:t>
            </a:r>
            <a:endParaRPr lang="ko-KR" altLang="en-US">
              <a:solidFill>
                <a:srgbClr val="444444"/>
              </a:solidFill>
              <a:ea typeface="맑은 고딕"/>
            </a:endParaRPr>
          </a:p>
          <a:p>
            <a:pPr marL="171450" indent="-171450">
              <a:buFont typeface="Calibri,Sans-Serif"/>
              <a:buChar char="-"/>
            </a:pPr>
            <a:r>
              <a:rPr lang="en-US" altLang="ko-KR" err="1">
                <a:ea typeface="맑은 고딕"/>
              </a:rPr>
              <a:t>Push</a:t>
            </a:r>
            <a:r>
              <a:rPr lang="ko-KR" altLang="en-US" err="1">
                <a:ea typeface="맑은 고딕"/>
              </a:rPr>
              <a:t>에서는</a:t>
            </a:r>
            <a:r>
              <a:rPr lang="ko-KR" altLang="en-US">
                <a:ea typeface="맑은 고딕"/>
              </a:rPr>
              <a:t> 어차피 그냥 바뀌든 말든 그냥 </a:t>
            </a:r>
            <a:r>
              <a:rPr lang="en-US" altLang="ko-KR" err="1">
                <a:ea typeface="맑은 고딕"/>
              </a:rPr>
              <a:t>newNode</a:t>
            </a:r>
            <a:r>
              <a:rPr lang="ko-KR" altLang="en-US" err="1">
                <a:ea typeface="맑은 고딕"/>
              </a:rPr>
              <a:t>를</a:t>
            </a:r>
            <a:r>
              <a:rPr lang="ko-KR" altLang="en-US">
                <a:ea typeface="맑은 고딕"/>
              </a:rPr>
              <a:t> 스택 위에 붙이면 되지만 문제는 </a:t>
            </a:r>
            <a:r>
              <a:rPr lang="en-US" altLang="ko-KR" err="1">
                <a:ea typeface="맑은 고딕"/>
              </a:rPr>
              <a:t>pop</a:t>
            </a:r>
            <a:r>
              <a:rPr lang="ko-KR" altLang="en-US" err="1">
                <a:ea typeface="맑은 고딕"/>
              </a:rPr>
              <a:t>에서</a:t>
            </a:r>
            <a:r>
              <a:rPr lang="ko-KR" altLang="en-US">
                <a:ea typeface="맑은 고딕"/>
              </a:rPr>
              <a:t> </a:t>
            </a:r>
            <a:r>
              <a:rPr lang="en-US" altLang="ko-KR" err="1">
                <a:ea typeface="맑은 고딕"/>
              </a:rPr>
              <a:t>top</a:t>
            </a:r>
            <a:r>
              <a:rPr lang="ko-KR" altLang="en-US" err="1">
                <a:ea typeface="맑은 고딕"/>
              </a:rPr>
              <a:t>의</a:t>
            </a:r>
            <a:r>
              <a:rPr lang="ko-KR" altLang="en-US">
                <a:ea typeface="맑은 고딕"/>
              </a:rPr>
              <a:t> </a:t>
            </a:r>
            <a:r>
              <a:rPr lang="en-US" altLang="ko-KR" err="1">
                <a:ea typeface="맑은 고딕"/>
              </a:rPr>
              <a:t>next</a:t>
            </a:r>
            <a:r>
              <a:rPr lang="ko-KR" altLang="en-US" err="1">
                <a:ea typeface="맑은 고딕"/>
              </a:rPr>
              <a:t>를</a:t>
            </a:r>
            <a:r>
              <a:rPr lang="ko-KR" altLang="en-US">
                <a:ea typeface="맑은 고딕"/>
              </a:rPr>
              <a:t> 바라보고 있어서 이걸 새로운 </a:t>
            </a:r>
            <a:r>
              <a:rPr lang="en-US" altLang="ko-KR" err="1">
                <a:ea typeface="맑은 고딕"/>
              </a:rPr>
              <a:t>top</a:t>
            </a:r>
            <a:r>
              <a:rPr lang="ko-KR" altLang="en-US" err="1">
                <a:ea typeface="맑은 고딕"/>
              </a:rPr>
              <a:t>으로</a:t>
            </a:r>
            <a:r>
              <a:rPr lang="ko-KR" altLang="en-US">
                <a:ea typeface="맑은 고딕"/>
              </a:rPr>
              <a:t> </a:t>
            </a:r>
            <a:r>
              <a:rPr lang="ko-KR" altLang="en-US" err="1">
                <a:ea typeface="맑은 고딕"/>
              </a:rPr>
              <a:t>바꿀려고</a:t>
            </a:r>
            <a:r>
              <a:rPr lang="ko-KR" altLang="en-US">
                <a:ea typeface="맑은 고딕"/>
              </a:rPr>
              <a:t> 했는데 막상 그 노드는 </a:t>
            </a:r>
            <a:r>
              <a:rPr lang="ko-KR" altLang="en-US" err="1">
                <a:ea typeface="맑은 고딕"/>
              </a:rPr>
              <a:t>힙에</a:t>
            </a:r>
            <a:r>
              <a:rPr lang="ko-KR" altLang="en-US">
                <a:ea typeface="맑은 고딕"/>
              </a:rPr>
              <a:t> 반납된 것임</a:t>
            </a:r>
            <a:r>
              <a:rPr lang="en-US" altLang="ko-KR">
                <a:ea typeface="맑은 고딕"/>
              </a:rPr>
              <a:t>.</a:t>
            </a:r>
            <a:r>
              <a:rPr lang="ko-KR" altLang="en-US">
                <a:ea typeface="맑은 고딕"/>
              </a:rPr>
              <a:t> 그런데 </a:t>
            </a:r>
            <a:r>
              <a:rPr lang="en-US" altLang="ko-KR">
                <a:ea typeface="맑은 고딕"/>
              </a:rPr>
              <a:t>1</a:t>
            </a:r>
            <a:r>
              <a:rPr lang="ko-KR" altLang="en-US">
                <a:ea typeface="맑은 고딕"/>
              </a:rPr>
              <a:t>번 스레드는 이를 인지하지 못하고</a:t>
            </a:r>
            <a:endParaRPr lang="en-US">
              <a:solidFill>
                <a:srgbClr val="444444"/>
              </a:solidFill>
              <a:ea typeface="맑은 고딕"/>
            </a:endParaRPr>
          </a:p>
          <a:p>
            <a:pPr marL="171450" indent="-171450">
              <a:buFont typeface="Calibri,Sans-Serif"/>
              <a:buChar char="-"/>
            </a:pPr>
            <a:r>
              <a:rPr lang="ko-KR" altLang="en-US">
                <a:ea typeface="맑은 고딕"/>
              </a:rPr>
              <a:t>그냥 </a:t>
            </a:r>
            <a:r>
              <a:rPr lang="en-US" altLang="ko-KR" err="1">
                <a:ea typeface="맑은 고딕"/>
              </a:rPr>
              <a:t>top</a:t>
            </a:r>
            <a:r>
              <a:rPr lang="ko-KR" altLang="en-US" err="1">
                <a:ea typeface="맑은 고딕"/>
              </a:rPr>
              <a:t>이</a:t>
            </a:r>
            <a:r>
              <a:rPr lang="ko-KR" altLang="en-US">
                <a:ea typeface="맑은 고딕"/>
              </a:rPr>
              <a:t> 내가 바라봤던 </a:t>
            </a:r>
            <a:r>
              <a:rPr lang="ko-KR" altLang="en-US" err="1">
                <a:ea typeface="맑은 고딕"/>
              </a:rPr>
              <a:t>그대로니까</a:t>
            </a:r>
            <a:r>
              <a:rPr lang="ko-KR" altLang="en-US">
                <a:ea typeface="맑은 고딕"/>
              </a:rPr>
              <a:t> </a:t>
            </a:r>
            <a:r>
              <a:rPr lang="en-US" altLang="ko-KR">
                <a:ea typeface="맑은 고딕"/>
              </a:rPr>
              <a:t>2</a:t>
            </a:r>
            <a:r>
              <a:rPr lang="ko-KR" altLang="en-US">
                <a:ea typeface="맑은 고딕"/>
              </a:rPr>
              <a:t> 노드를 </a:t>
            </a:r>
            <a:r>
              <a:rPr lang="en-US" altLang="ko-KR" err="1">
                <a:ea typeface="맑은 고딕"/>
              </a:rPr>
              <a:t>top</a:t>
            </a:r>
            <a:r>
              <a:rPr lang="ko-KR" altLang="en-US" err="1">
                <a:ea typeface="맑은 고딕"/>
              </a:rPr>
              <a:t>으로</a:t>
            </a:r>
            <a:r>
              <a:rPr lang="ko-KR" altLang="en-US">
                <a:ea typeface="맑은 고딕"/>
              </a:rPr>
              <a:t> 바꿔버리는 것임</a:t>
            </a:r>
            <a:r>
              <a:rPr lang="en-US" altLang="ko-KR">
                <a:ea typeface="맑은 고딕"/>
              </a:rPr>
              <a:t>.</a:t>
            </a:r>
            <a:r>
              <a:rPr lang="ko-KR" altLang="en-US">
                <a:ea typeface="맑은 고딕"/>
              </a:rPr>
              <a:t> 그러면 다른 스레드가 </a:t>
            </a:r>
            <a:r>
              <a:rPr lang="en-US" altLang="ko-KR" err="1">
                <a:ea typeface="맑은 고딕"/>
              </a:rPr>
              <a:t>pop</a:t>
            </a:r>
            <a:r>
              <a:rPr lang="ko-KR" altLang="en-US" err="1">
                <a:ea typeface="맑은 고딕"/>
              </a:rPr>
              <a:t>을</a:t>
            </a:r>
            <a:r>
              <a:rPr lang="ko-KR" altLang="en-US">
                <a:ea typeface="맑은 고딕"/>
              </a:rPr>
              <a:t> 할 때 </a:t>
            </a:r>
            <a:r>
              <a:rPr lang="en-US" altLang="ko-KR" err="1">
                <a:ea typeface="맑은 고딕"/>
              </a:rPr>
              <a:t>double</a:t>
            </a:r>
            <a:r>
              <a:rPr lang="ko-KR" altLang="en-US">
                <a:ea typeface="맑은 고딕"/>
              </a:rPr>
              <a:t> </a:t>
            </a:r>
            <a:r>
              <a:rPr lang="en-US" altLang="ko-KR" err="1">
                <a:ea typeface="맑은 고딕"/>
              </a:rPr>
              <a:t>free</a:t>
            </a:r>
            <a:r>
              <a:rPr lang="ko-KR" altLang="en-US">
                <a:ea typeface="맑은 고딕"/>
              </a:rPr>
              <a:t> 문제가 발생할 수 있음</a:t>
            </a:r>
            <a:r>
              <a:rPr lang="en-US" altLang="ko-KR">
                <a:ea typeface="맑은 고딕"/>
              </a:rPr>
              <a:t>.</a:t>
            </a:r>
            <a:endParaRPr lang="ko-KR" altLang="en-US">
              <a:solidFill>
                <a:srgbClr val="444444"/>
              </a:solidFill>
              <a:ea typeface="맑은 고딕"/>
            </a:endParaRPr>
          </a:p>
          <a:p>
            <a:pPr marL="171450" indent="-171450">
              <a:buFont typeface="Calibri,Sans-Serif"/>
              <a:buChar char="-"/>
            </a:pPr>
            <a:r>
              <a:rPr lang="ko-KR" altLang="en-US"/>
              <a:t>결국 이 문제가 발생한 원인은 노드 메모리 자체가 재활용 되는 것에도 있음</a:t>
            </a:r>
            <a:r>
              <a:rPr lang="en-US" altLang="ko-KR"/>
              <a:t>.</a:t>
            </a:r>
            <a:r>
              <a:rPr lang="ko-KR" altLang="en-US"/>
              <a:t> 만약 메모리가 무한정이라면 애초에 노드 메모리 자체를 재활용 하니 같은 노드를 쓸 일이 없음</a:t>
            </a:r>
            <a:r>
              <a:rPr lang="en-US" altLang="ko-KR"/>
              <a:t>.</a:t>
            </a:r>
            <a:r>
              <a:rPr lang="ko-KR" altLang="en-US"/>
              <a:t> 하지만 메모리는 제한적이고 재활용 해야 함</a:t>
            </a:r>
            <a:r>
              <a:rPr lang="en-US" altLang="ko-KR"/>
              <a:t>.</a:t>
            </a:r>
            <a:endParaRPr lang="ko-KR" altLang="en-US">
              <a:solidFill>
                <a:srgbClr val="444444"/>
              </a:solidFill>
            </a:endParaRPr>
          </a:p>
          <a:p>
            <a:pPr marL="171450" indent="-171450">
              <a:buFont typeface="Calibri,Sans-Serif"/>
              <a:buChar char="-"/>
            </a:pPr>
            <a:r>
              <a:rPr lang="ko-KR" altLang="en-US">
                <a:ea typeface="맑은 고딕"/>
              </a:rPr>
              <a:t>그런데 </a:t>
            </a:r>
            <a:r>
              <a:rPr lang="en-US" altLang="ko-KR">
                <a:ea typeface="맑은 고딕"/>
              </a:rPr>
              <a:t>1</a:t>
            </a:r>
            <a:r>
              <a:rPr lang="ko-KR" altLang="en-US">
                <a:ea typeface="맑은 고딕"/>
              </a:rPr>
              <a:t>번 노드가 </a:t>
            </a:r>
            <a:r>
              <a:rPr lang="en-US" altLang="ko-KR" err="1">
                <a:ea typeface="맑은 고딕"/>
              </a:rPr>
              <a:t>cas</a:t>
            </a:r>
            <a:r>
              <a:rPr lang="ko-KR" altLang="en-US" err="1">
                <a:ea typeface="맑은 고딕"/>
              </a:rPr>
              <a:t>를</a:t>
            </a:r>
            <a:r>
              <a:rPr lang="ko-KR" altLang="en-US">
                <a:ea typeface="맑은 고딕"/>
              </a:rPr>
              <a:t> 할 때 바라봤던 </a:t>
            </a:r>
            <a:r>
              <a:rPr lang="en-US" altLang="ko-KR" err="1">
                <a:ea typeface="맑은 고딕"/>
              </a:rPr>
              <a:t>top</a:t>
            </a:r>
            <a:r>
              <a:rPr lang="ko-KR" altLang="en-US" err="1">
                <a:ea typeface="맑은 고딕"/>
              </a:rPr>
              <a:t>멤버변수가</a:t>
            </a:r>
            <a:r>
              <a:rPr lang="ko-KR" altLang="en-US">
                <a:ea typeface="맑은 고딕"/>
              </a:rPr>
              <a:t> 내가 지역에 저장했던 그 때의 </a:t>
            </a:r>
            <a:r>
              <a:rPr lang="en-US" altLang="ko-KR" err="1">
                <a:ea typeface="맑은 고딕"/>
              </a:rPr>
              <a:t>top</a:t>
            </a:r>
            <a:r>
              <a:rPr lang="ko-KR" altLang="en-US" err="1">
                <a:ea typeface="맑은 고딕"/>
              </a:rPr>
              <a:t>노드인지</a:t>
            </a:r>
            <a:r>
              <a:rPr lang="ko-KR" altLang="en-US">
                <a:ea typeface="맑은 고딕"/>
              </a:rPr>
              <a:t> 아니면 한번 재활용되어서 다시 스택에 들어온 노드인지 알 방법이 없다는 것임</a:t>
            </a:r>
            <a:r>
              <a:rPr lang="en-US" altLang="ko-KR">
                <a:ea typeface="맑은 고딕"/>
              </a:rPr>
              <a:t>.</a:t>
            </a:r>
            <a:endParaRPr lang="ko-KR" altLang="en-US">
              <a:solidFill>
                <a:srgbClr val="444444"/>
              </a:solidFill>
              <a:ea typeface="맑은 고딕"/>
            </a:endParaRPr>
          </a:p>
          <a:p>
            <a:pPr marL="171450" indent="-171450">
              <a:buFont typeface="Calibri,Sans-Serif"/>
              <a:buChar char="-"/>
            </a:pPr>
            <a:r>
              <a:rPr lang="ko-KR" altLang="en-US">
                <a:ea typeface="맑은 고딕"/>
              </a:rPr>
              <a:t>이를 해결 하기 위해서 결국 노드가 재활용된 것을 알 수 있는 지표를 </a:t>
            </a:r>
            <a:r>
              <a:rPr lang="en-US" altLang="ko-KR" err="1">
                <a:ea typeface="맑은 고딕"/>
              </a:rPr>
              <a:t>CAS</a:t>
            </a:r>
            <a:r>
              <a:rPr lang="ko-KR" altLang="en-US" err="1">
                <a:ea typeface="맑은 고딕"/>
              </a:rPr>
              <a:t>할때</a:t>
            </a:r>
            <a:r>
              <a:rPr lang="ko-KR" altLang="en-US">
                <a:ea typeface="맑은 고딕"/>
              </a:rPr>
              <a:t> 주면 됨</a:t>
            </a:r>
            <a:r>
              <a:rPr lang="en-US" altLang="ko-KR">
                <a:ea typeface="맑은 고딕"/>
              </a:rPr>
              <a:t>.</a:t>
            </a:r>
            <a:r>
              <a:rPr lang="ko-KR" altLang="en-US">
                <a:ea typeface="맑은 고딕"/>
              </a:rPr>
              <a:t> </a:t>
            </a:r>
            <a:r>
              <a:rPr lang="en-US" altLang="ko-KR" err="1">
                <a:ea typeface="맑은 고딕"/>
              </a:rPr>
              <a:t>Double</a:t>
            </a:r>
            <a:r>
              <a:rPr lang="ko-KR" altLang="en-US">
                <a:ea typeface="맑은 고딕"/>
              </a:rPr>
              <a:t> </a:t>
            </a:r>
            <a:r>
              <a:rPr lang="en-US" altLang="ko-KR" err="1">
                <a:ea typeface="맑은 고딕"/>
              </a:rPr>
              <a:t>CAS</a:t>
            </a:r>
            <a:r>
              <a:rPr lang="ko-KR" altLang="en-US" err="1">
                <a:ea typeface="맑은 고딕"/>
              </a:rPr>
              <a:t>를</a:t>
            </a:r>
            <a:r>
              <a:rPr lang="ko-KR" altLang="en-US">
                <a:ea typeface="맑은 고딕"/>
              </a:rPr>
              <a:t> 통해 구조체에 </a:t>
            </a:r>
            <a:r>
              <a:rPr lang="en-US" altLang="ko-KR">
                <a:ea typeface="맑은 고딕"/>
              </a:rPr>
              <a:t>8</a:t>
            </a:r>
            <a:r>
              <a:rPr lang="ko-KR" altLang="en-US">
                <a:ea typeface="맑은 고딕"/>
              </a:rPr>
              <a:t>바이트 노드 </a:t>
            </a:r>
            <a:r>
              <a:rPr lang="ko-KR" altLang="en-US" err="1">
                <a:ea typeface="맑은 고딕"/>
              </a:rPr>
              <a:t>주소값과</a:t>
            </a:r>
            <a:r>
              <a:rPr lang="ko-KR" altLang="en-US">
                <a:ea typeface="맑은 고딕"/>
              </a:rPr>
              <a:t> </a:t>
            </a:r>
            <a:r>
              <a:rPr lang="en-US" altLang="ko-KR">
                <a:ea typeface="맑은 고딕"/>
              </a:rPr>
              <a:t>8</a:t>
            </a:r>
            <a:r>
              <a:rPr lang="ko-KR" altLang="en-US">
                <a:ea typeface="맑은 고딕"/>
              </a:rPr>
              <a:t>바이트 카운트 값을 넣고 이 </a:t>
            </a:r>
            <a:r>
              <a:rPr lang="en-US" altLang="ko-KR">
                <a:ea typeface="맑은 고딕"/>
              </a:rPr>
              <a:t>16</a:t>
            </a:r>
            <a:r>
              <a:rPr lang="ko-KR" altLang="en-US">
                <a:ea typeface="맑은 고딕"/>
              </a:rPr>
              <a:t>바이트를 원자적으로 바꾸는 것임</a:t>
            </a:r>
            <a:r>
              <a:rPr lang="en-US" altLang="ko-KR">
                <a:ea typeface="맑은 고딕"/>
              </a:rPr>
              <a:t>.</a:t>
            </a:r>
            <a:endParaRPr lang="ko-KR" altLang="en-US">
              <a:solidFill>
                <a:srgbClr val="444444"/>
              </a:solidFill>
              <a:ea typeface="맑은 고딕"/>
            </a:endParaRPr>
          </a:p>
          <a:p>
            <a:pPr marL="171450" indent="-171450">
              <a:buFont typeface="Calibri,Sans-Serif"/>
              <a:buChar char="-"/>
            </a:pPr>
            <a:r>
              <a:rPr lang="ko-KR" altLang="en-US">
                <a:ea typeface="맑은 고딕"/>
              </a:rPr>
              <a:t>아니면 노드 </a:t>
            </a:r>
            <a:r>
              <a:rPr lang="ko-KR" altLang="en-US" err="1">
                <a:ea typeface="맑은 고딕"/>
              </a:rPr>
              <a:t>주소값에서</a:t>
            </a:r>
            <a:r>
              <a:rPr lang="ko-KR" altLang="en-US">
                <a:ea typeface="맑은 고딕"/>
              </a:rPr>
              <a:t> 상위 </a:t>
            </a:r>
            <a:r>
              <a:rPr lang="en-US" altLang="ko-KR">
                <a:ea typeface="맑은 고딕"/>
              </a:rPr>
              <a:t>17bit</a:t>
            </a:r>
            <a:r>
              <a:rPr lang="ko-KR" altLang="en-US">
                <a:ea typeface="맑은 고딕"/>
              </a:rPr>
              <a:t>는 쓰지 않는 값임</a:t>
            </a:r>
            <a:r>
              <a:rPr lang="en-US" altLang="ko-KR">
                <a:ea typeface="맑은 고딕"/>
              </a:rPr>
              <a:t>.</a:t>
            </a:r>
            <a:r>
              <a:rPr lang="ko-KR" altLang="en-US">
                <a:ea typeface="맑은 고딕"/>
              </a:rPr>
              <a:t> 그래서 여기에 </a:t>
            </a:r>
            <a:r>
              <a:rPr lang="en-US" altLang="ko-KR" err="1">
                <a:ea typeface="맑은 고딕"/>
              </a:rPr>
              <a:t>push</a:t>
            </a:r>
            <a:r>
              <a:rPr lang="en-US" altLang="ko-KR">
                <a:ea typeface="맑은 고딕"/>
              </a:rPr>
              <a:t>,</a:t>
            </a:r>
            <a:r>
              <a:rPr lang="ko-KR" altLang="en-US">
                <a:ea typeface="맑은 고딕"/>
              </a:rPr>
              <a:t> </a:t>
            </a:r>
            <a:r>
              <a:rPr lang="en-US" altLang="ko-KR" err="1">
                <a:ea typeface="맑은 고딕"/>
              </a:rPr>
              <a:t>pop</a:t>
            </a:r>
            <a:r>
              <a:rPr lang="ko-KR" altLang="en-US" err="1">
                <a:ea typeface="맑은 고딕"/>
              </a:rPr>
              <a:t>을</a:t>
            </a:r>
            <a:r>
              <a:rPr lang="ko-KR" altLang="en-US">
                <a:ea typeface="맑은 고딕"/>
              </a:rPr>
              <a:t> 한번 </a:t>
            </a:r>
            <a:r>
              <a:rPr lang="ko-KR" altLang="en-US" err="1">
                <a:ea typeface="맑은 고딕"/>
              </a:rPr>
              <a:t>할때</a:t>
            </a:r>
            <a:r>
              <a:rPr lang="ko-KR" altLang="en-US">
                <a:ea typeface="맑은 고딕"/>
              </a:rPr>
              <a:t> 마다 </a:t>
            </a:r>
            <a:r>
              <a:rPr lang="en-US" altLang="ko-KR" err="1">
                <a:ea typeface="맑은 고딕"/>
              </a:rPr>
              <a:t>tag</a:t>
            </a:r>
            <a:r>
              <a:rPr lang="ko-KR" altLang="en-US">
                <a:ea typeface="맑은 고딕"/>
              </a:rPr>
              <a:t> </a:t>
            </a:r>
            <a:r>
              <a:rPr lang="en-US" altLang="ko-KR" err="1">
                <a:ea typeface="맑은 고딕"/>
              </a:rPr>
              <a:t>count</a:t>
            </a:r>
            <a:r>
              <a:rPr lang="ko-KR" altLang="en-US">
                <a:ea typeface="맑은 고딕"/>
              </a:rPr>
              <a:t> 값을 하나 원자적으로 스레드가 얻으면 그걸 </a:t>
            </a:r>
            <a:r>
              <a:rPr lang="en-US" altLang="ko-KR">
                <a:ea typeface="맑은 고딕"/>
              </a:rPr>
              <a:t>17bit</a:t>
            </a:r>
            <a:r>
              <a:rPr lang="ko-KR" altLang="en-US">
                <a:ea typeface="맑은 고딕"/>
              </a:rPr>
              <a:t>에 삽입해서 </a:t>
            </a:r>
            <a:r>
              <a:rPr lang="en-US" altLang="ko-KR" err="1">
                <a:ea typeface="맑은 고딕"/>
              </a:rPr>
              <a:t>cas</a:t>
            </a:r>
            <a:r>
              <a:rPr lang="ko-KR" altLang="en-US" err="1">
                <a:ea typeface="맑은 고딕"/>
              </a:rPr>
              <a:t>를</a:t>
            </a:r>
            <a:r>
              <a:rPr lang="ko-KR" altLang="en-US">
                <a:ea typeface="맑은 고딕"/>
              </a:rPr>
              <a:t> 통해서 이 </a:t>
            </a:r>
            <a:r>
              <a:rPr lang="en-US" altLang="ko-KR" err="1">
                <a:ea typeface="맑은 고딕"/>
              </a:rPr>
              <a:t>top</a:t>
            </a:r>
            <a:r>
              <a:rPr lang="ko-KR" altLang="en-US">
                <a:ea typeface="맑은 고딕"/>
              </a:rPr>
              <a:t> 멤버 변수가 가리키던 노드가 재활용된 것인지 알아 차릴 수 있게 하는 것임</a:t>
            </a:r>
            <a:r>
              <a:rPr lang="en-US" altLang="ko-KR">
                <a:ea typeface="맑은 고딕"/>
              </a:rPr>
              <a:t>.</a:t>
            </a:r>
            <a:endParaRPr lang="ko-KR" altLang="en-US">
              <a:ea typeface="맑은 고딕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120589B-31C1-7DAB-505A-13BF07222F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CDE012-9E2E-4477-8B5C-4E7D4E9BCBA6}" type="slidenum">
              <a:rPr lang="en-US" noProof="0" smtClean="0"/>
              <a:t>24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23354654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370A46-F5AE-6440-E5B7-4602A6800F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068540E-F490-030A-028C-4A4559A02D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98D483C-723E-1597-4FEC-12420CC58B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>
                <a:ea typeface="맑은 고딕"/>
              </a:rPr>
              <a:t>&lt;</a:t>
            </a:r>
            <a:r>
              <a:rPr lang="ko-KR">
                <a:ea typeface="맑은 고딕"/>
              </a:rPr>
              <a:t>대본</a:t>
            </a:r>
            <a:r>
              <a:rPr lang="en-US" altLang="ko-KR">
                <a:ea typeface="맑은 고딕"/>
              </a:rPr>
              <a:t>&gt;</a:t>
            </a:r>
            <a:endParaRPr lang="ko-KR" altLang="en-US">
              <a:solidFill>
                <a:srgbClr val="444444"/>
              </a:solidFill>
              <a:ea typeface="맑은 고딕"/>
            </a:endParaRPr>
          </a:p>
          <a:p>
            <a:pPr marL="171450" indent="-171450">
              <a:buFont typeface="Calibri,Sans-Serif"/>
              <a:buChar char="-"/>
            </a:pPr>
            <a:r>
              <a:rPr lang="ko-KR"/>
              <a:t>이 </a:t>
            </a:r>
            <a:r>
              <a:rPr lang="ko-KR" altLang="en-US"/>
              <a:t>문제는 바라봤던 노드를 지역에 저장한 </a:t>
            </a:r>
            <a:r>
              <a:rPr lang="ko-KR"/>
              <a:t>상태에서 다른 스레드가 </a:t>
            </a:r>
            <a:r>
              <a:rPr lang="en-US" altLang="ko-KR" err="1"/>
              <a:t>pop</a:t>
            </a:r>
            <a:r>
              <a:rPr lang="ko-KR" altLang="en-US" err="1"/>
              <a:t>을</a:t>
            </a:r>
            <a:r>
              <a:rPr lang="ko-KR" altLang="en-US"/>
              <a:t> 하여 바라봤던 그 노드를 </a:t>
            </a:r>
            <a:r>
              <a:rPr lang="ko-KR" altLang="en-US" err="1"/>
              <a:t>힙에</a:t>
            </a:r>
            <a:r>
              <a:rPr lang="ko-KR" altLang="en-US"/>
              <a:t> 반납해버리고 </a:t>
            </a:r>
            <a:r>
              <a:rPr lang="ko-KR" altLang="en-US" err="1"/>
              <a:t>힙은</a:t>
            </a:r>
            <a:r>
              <a:rPr lang="ko-KR" altLang="en-US"/>
              <a:t> 그</a:t>
            </a:r>
            <a:r>
              <a:rPr lang="ko-KR"/>
              <a:t> 노드가 포함된 </a:t>
            </a:r>
            <a:r>
              <a:rPr lang="ko-KR" altLang="en-US"/>
              <a:t>페이지를 </a:t>
            </a:r>
            <a:r>
              <a:rPr lang="ko-KR"/>
              <a:t>자체적 </a:t>
            </a:r>
            <a:r>
              <a:rPr lang="ko-KR" err="1"/>
              <a:t>판단하에</a:t>
            </a:r>
            <a:r>
              <a:rPr lang="ko-KR"/>
              <a:t> </a:t>
            </a:r>
            <a:r>
              <a:rPr lang="ko-KR" err="1"/>
              <a:t>decommit</a:t>
            </a:r>
            <a:r>
              <a:rPr lang="ko-KR"/>
              <a:t> </a:t>
            </a:r>
            <a:r>
              <a:rPr lang="ko-KR" altLang="en-US" err="1"/>
              <a:t>시켜버림</a:t>
            </a:r>
            <a:r>
              <a:rPr lang="en-US" altLang="ko-KR"/>
              <a:t>.</a:t>
            </a:r>
            <a:endParaRPr lang="ko-KR" altLang="en-US">
              <a:solidFill>
                <a:srgbClr val="444444"/>
              </a:solidFill>
            </a:endParaRPr>
          </a:p>
          <a:p>
            <a:pPr marL="171450" indent="-171450">
              <a:buFont typeface="Calibri,Sans-Serif"/>
              <a:buChar char="-"/>
            </a:pPr>
            <a:r>
              <a:rPr lang="ko-KR" altLang="en-US"/>
              <a:t>그 순간 지역에 노드 </a:t>
            </a:r>
            <a:r>
              <a:rPr lang="ko-KR" altLang="en-US" err="1"/>
              <a:t>주소값</a:t>
            </a:r>
            <a:r>
              <a:rPr lang="ko-KR" altLang="en-US"/>
              <a:t> 저장한 스레드가 </a:t>
            </a:r>
            <a:r>
              <a:rPr lang="en-US" altLang="ko-KR" err="1"/>
              <a:t>t</a:t>
            </a:r>
            <a:r>
              <a:rPr lang="ko-KR" err="1"/>
              <a:t>의</a:t>
            </a:r>
            <a:r>
              <a:rPr lang="ko-KR"/>
              <a:t> </a:t>
            </a:r>
            <a:r>
              <a:rPr lang="en-US" altLang="ko-KR" err="1"/>
              <a:t>next</a:t>
            </a:r>
            <a:r>
              <a:rPr lang="ko-KR" err="1"/>
              <a:t>를</a:t>
            </a:r>
            <a:r>
              <a:rPr lang="ko-KR"/>
              <a:t> 참조하려고 </a:t>
            </a:r>
            <a:r>
              <a:rPr lang="ko-KR" err="1"/>
              <a:t>할때</a:t>
            </a:r>
            <a:r>
              <a:rPr lang="ko-KR"/>
              <a:t> </a:t>
            </a:r>
            <a:r>
              <a:rPr lang="ko-KR" err="1"/>
              <a:t>크래시가</a:t>
            </a:r>
            <a:r>
              <a:rPr lang="ko-KR"/>
              <a:t> 발생함</a:t>
            </a:r>
            <a:r>
              <a:rPr lang="en-US" altLang="ko-KR"/>
              <a:t>.</a:t>
            </a:r>
            <a:endParaRPr lang="ko-KR" altLang="en-US">
              <a:solidFill>
                <a:srgbClr val="444444"/>
              </a:solidFill>
            </a:endParaRPr>
          </a:p>
          <a:p>
            <a:pPr marL="171450" indent="-171450">
              <a:buFont typeface="Calibri,Sans-Serif"/>
              <a:buChar char="-"/>
            </a:pPr>
            <a:r>
              <a:rPr lang="ko-KR"/>
              <a:t>이 문제는 간단함</a:t>
            </a:r>
            <a:r>
              <a:rPr lang="en-US" altLang="ko-KR"/>
              <a:t>.</a:t>
            </a:r>
            <a:r>
              <a:rPr lang="ko-KR"/>
              <a:t> 노드 메모리 관리 주체를 </a:t>
            </a:r>
            <a:r>
              <a:rPr lang="ko-KR" err="1"/>
              <a:t>힙이</a:t>
            </a:r>
            <a:r>
              <a:rPr lang="ko-KR"/>
              <a:t> 아니라 자신이 하면 됨</a:t>
            </a:r>
            <a:r>
              <a:rPr lang="en-US" altLang="ko-KR"/>
              <a:t>.</a:t>
            </a:r>
            <a:endParaRPr lang="ko-KR" altLang="en-US">
              <a:solidFill>
                <a:srgbClr val="444444"/>
              </a:solidFill>
            </a:endParaRPr>
          </a:p>
          <a:p>
            <a:pPr marL="171450" indent="-171450">
              <a:buFont typeface="Calibri,Sans-Serif"/>
              <a:buChar char="-"/>
            </a:pPr>
            <a:r>
              <a:rPr lang="ko-KR"/>
              <a:t>그래서 메모리 풀을 사용하면 바로 해결 됨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9366F98-3EF3-9E0C-7D2A-F5B0B09F8D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CDE012-9E2E-4477-8B5C-4E7D4E9BCBA6}" type="slidenum">
              <a:rPr lang="en-US" noProof="0" smtClean="0"/>
              <a:t>25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12496227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B23273-58D4-E14A-2A87-70F7605CE1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8508289-7079-82E2-F332-AFD2331C91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57CCCE3-05CC-319D-4EB5-D6AB38950D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&lt;</a:t>
            </a:r>
            <a:r>
              <a:rPr lang="ko-KR"/>
              <a:t>대본</a:t>
            </a:r>
            <a:r>
              <a:rPr lang="en-US" altLang="ko-KR"/>
              <a:t>&gt;</a:t>
            </a:r>
            <a:endParaRPr lang="ko-KR" altLang="en-US">
              <a:solidFill>
                <a:srgbClr val="444444"/>
              </a:solidFill>
            </a:endParaRPr>
          </a:p>
          <a:p>
            <a:pPr marL="171450" indent="-171450">
              <a:buFont typeface="Calibri,Sans-Serif"/>
              <a:buChar char="-"/>
            </a:pPr>
            <a:r>
              <a:rPr lang="ko-KR" err="1"/>
              <a:t>Enq</a:t>
            </a:r>
            <a:r>
              <a:rPr lang="ko-KR"/>
              <a:t> 작업을 보면 1st </a:t>
            </a:r>
            <a:r>
              <a:rPr lang="ko-KR" err="1"/>
              <a:t>CAS를</a:t>
            </a:r>
            <a:r>
              <a:rPr lang="ko-KR"/>
              <a:t> 통해 단 하나의 스레드만이 </a:t>
            </a:r>
            <a:r>
              <a:rPr lang="ko-KR" err="1"/>
              <a:t>tail</a:t>
            </a:r>
            <a:r>
              <a:rPr lang="ko-KR"/>
              <a:t> 뒤에 </a:t>
            </a:r>
            <a:r>
              <a:rPr lang="ko-KR" err="1"/>
              <a:t>newNode를</a:t>
            </a:r>
            <a:r>
              <a:rPr lang="ko-KR"/>
              <a:t> 붙이기 때문에 2nd </a:t>
            </a:r>
            <a:r>
              <a:rPr lang="ko-KR" err="1"/>
              <a:t>CAS로</a:t>
            </a:r>
            <a:r>
              <a:rPr lang="ko-KR"/>
              <a:t> </a:t>
            </a:r>
            <a:r>
              <a:rPr lang="ko-KR" err="1"/>
              <a:t>tail을</a:t>
            </a:r>
            <a:r>
              <a:rPr lang="ko-KR"/>
              <a:t> 바꾸는 작업에서 경합이 </a:t>
            </a:r>
            <a:r>
              <a:rPr lang="ko-KR" err="1"/>
              <a:t>안생길</a:t>
            </a:r>
            <a:r>
              <a:rPr lang="ko-KR"/>
              <a:t> 것 같으나 막상 </a:t>
            </a:r>
            <a:r>
              <a:rPr lang="en-US" altLang="ko-KR"/>
              <a:t>2nd</a:t>
            </a:r>
            <a:r>
              <a:rPr lang="ko-KR"/>
              <a:t> CAS 실패하는지 체크하면 </a:t>
            </a:r>
            <a:r>
              <a:rPr lang="ko-KR" err="1"/>
              <a:t>실패되는게</a:t>
            </a:r>
            <a:r>
              <a:rPr lang="ko-KR"/>
              <a:t> 보임.</a:t>
            </a:r>
            <a:endParaRPr lang="en-US">
              <a:solidFill>
                <a:srgbClr val="444444"/>
              </a:solidFill>
            </a:endParaRPr>
          </a:p>
          <a:p>
            <a:pPr marL="171450" indent="-171450">
              <a:buFont typeface="Calibri,Sans-Serif"/>
              <a:buChar char="-"/>
            </a:pPr>
            <a:r>
              <a:rPr lang="ko-KR"/>
              <a:t>이 원인은 1st CAS 작업은 </a:t>
            </a:r>
            <a:r>
              <a:rPr lang="ko-KR" err="1"/>
              <a:t>tail의</a:t>
            </a:r>
            <a:r>
              <a:rPr lang="ko-KR"/>
              <a:t> </a:t>
            </a:r>
            <a:r>
              <a:rPr lang="ko-KR" err="1"/>
              <a:t>next</a:t>
            </a:r>
            <a:r>
              <a:rPr lang="ko-KR"/>
              <a:t> 변수가 </a:t>
            </a:r>
            <a:r>
              <a:rPr lang="ko-KR" err="1"/>
              <a:t>nullptr이지</a:t>
            </a:r>
            <a:r>
              <a:rPr lang="ko-KR"/>
              <a:t> 체크하는 것이지 1st CAS 순간 그 </a:t>
            </a:r>
            <a:r>
              <a:rPr lang="ko-KR" err="1"/>
              <a:t>next변수를</a:t>
            </a:r>
            <a:r>
              <a:rPr lang="ko-KR"/>
              <a:t> 가진 노드가 실제 </a:t>
            </a:r>
            <a:r>
              <a:rPr lang="ko-KR" err="1"/>
              <a:t>tail인지는</a:t>
            </a:r>
            <a:r>
              <a:rPr lang="ko-KR"/>
              <a:t> 보장하지 않는 다는 것임</a:t>
            </a:r>
            <a:r>
              <a:rPr lang="en-US" altLang="ko-KR"/>
              <a:t>.</a:t>
            </a:r>
            <a:endParaRPr lang="ko-KR" altLang="en-US">
              <a:solidFill>
                <a:srgbClr val="444444"/>
              </a:solidFill>
            </a:endParaRPr>
          </a:p>
          <a:p>
            <a:pPr marL="171450" indent="-171450">
              <a:buFont typeface="Calibri,Sans-Serif"/>
              <a:buChar char="-"/>
            </a:pPr>
            <a:r>
              <a:rPr lang="ko-KR"/>
              <a:t>시나리오를 생각해보면 </a:t>
            </a:r>
            <a:r>
              <a:rPr lang="en-US" altLang="ko-KR"/>
              <a:t>1</a:t>
            </a:r>
            <a:r>
              <a:rPr lang="ko-KR"/>
              <a:t>번 스레드가 3번 노드를 </a:t>
            </a:r>
            <a:r>
              <a:rPr lang="ko-KR" err="1"/>
              <a:t>tail로</a:t>
            </a:r>
            <a:r>
              <a:rPr lang="ko-KR"/>
              <a:t> 바라본 상태에서 그 순간 다른 스레드가 </a:t>
            </a:r>
            <a:r>
              <a:rPr lang="en-US" altLang="ko-KR" err="1"/>
              <a:t>enq</a:t>
            </a:r>
            <a:r>
              <a:rPr lang="en-US" altLang="ko-KR"/>
              <a:t>,</a:t>
            </a:r>
            <a:r>
              <a:rPr lang="ko-KR"/>
              <a:t> </a:t>
            </a:r>
            <a:r>
              <a:rPr lang="ko-KR" err="1"/>
              <a:t>deq를</a:t>
            </a:r>
            <a:r>
              <a:rPr lang="ko-KR"/>
              <a:t> 해서 실제 큐의 </a:t>
            </a:r>
            <a:r>
              <a:rPr lang="ko-KR" err="1"/>
              <a:t>tail은</a:t>
            </a:r>
            <a:r>
              <a:rPr lang="ko-KR"/>
              <a:t> 6번 노드가 되는데 그 상태에서 반납한 3번 노드를 </a:t>
            </a:r>
            <a:r>
              <a:rPr lang="ko-KR" err="1"/>
              <a:t>newNode로</a:t>
            </a:r>
            <a:r>
              <a:rPr lang="ko-KR"/>
              <a:t> 가져와서 1st </a:t>
            </a:r>
            <a:r>
              <a:rPr lang="ko-KR" err="1"/>
              <a:t>CAS를</a:t>
            </a:r>
            <a:r>
              <a:rPr lang="ko-KR"/>
              <a:t> 해버리는 것임</a:t>
            </a:r>
            <a:r>
              <a:rPr lang="en-US" altLang="ko-KR"/>
              <a:t>.</a:t>
            </a:r>
            <a:endParaRPr lang="ko-KR" altLang="en-US">
              <a:solidFill>
                <a:srgbClr val="444444"/>
              </a:solidFill>
            </a:endParaRPr>
          </a:p>
          <a:p>
            <a:pPr marL="171450" indent="-171450">
              <a:buFont typeface="Calibri,Sans-Serif"/>
              <a:buChar char="-"/>
            </a:pPr>
            <a:r>
              <a:rPr lang="ko-KR"/>
              <a:t>그 순간 </a:t>
            </a:r>
            <a:r>
              <a:rPr lang="en-US" altLang="ko-KR"/>
              <a:t>1</a:t>
            </a:r>
            <a:r>
              <a:rPr lang="ko-KR"/>
              <a:t>번 스레드가 1st </a:t>
            </a:r>
            <a:r>
              <a:rPr lang="ko-KR" err="1"/>
              <a:t>CAS를</a:t>
            </a:r>
            <a:r>
              <a:rPr lang="ko-KR"/>
              <a:t> </a:t>
            </a:r>
            <a:r>
              <a:rPr lang="ko-KR" err="1"/>
              <a:t>하려는데</a:t>
            </a:r>
            <a:r>
              <a:rPr lang="ko-KR"/>
              <a:t> 당연시 </a:t>
            </a:r>
            <a:r>
              <a:rPr lang="ko-KR" err="1"/>
              <a:t>tail로</a:t>
            </a:r>
            <a:r>
              <a:rPr lang="ko-KR"/>
              <a:t> 봤던 3번 노드의 </a:t>
            </a:r>
            <a:r>
              <a:rPr lang="ko-KR" err="1"/>
              <a:t>next는</a:t>
            </a:r>
            <a:r>
              <a:rPr lang="ko-KR"/>
              <a:t> </a:t>
            </a:r>
            <a:r>
              <a:rPr lang="ko-KR" err="1"/>
              <a:t>nullptr이니</a:t>
            </a:r>
            <a:r>
              <a:rPr lang="ko-KR"/>
              <a:t> 1st </a:t>
            </a:r>
            <a:r>
              <a:rPr lang="ko-KR" err="1"/>
              <a:t>CAS를</a:t>
            </a:r>
            <a:r>
              <a:rPr lang="ko-KR"/>
              <a:t> 성공해서 </a:t>
            </a:r>
            <a:r>
              <a:rPr lang="en-US" altLang="ko-KR" err="1"/>
              <a:t>newNode</a:t>
            </a:r>
            <a:r>
              <a:rPr lang="ko-KR" err="1"/>
              <a:t>를</a:t>
            </a:r>
            <a:r>
              <a:rPr lang="ko-KR"/>
              <a:t> 실제 큐 뒤에 붙임</a:t>
            </a:r>
            <a:r>
              <a:rPr lang="en-US" altLang="ko-KR"/>
              <a:t>.</a:t>
            </a:r>
            <a:r>
              <a:rPr lang="ko-KR"/>
              <a:t> 그러면 2nd </a:t>
            </a:r>
            <a:r>
              <a:rPr lang="ko-KR" err="1"/>
              <a:t>CAS를</a:t>
            </a:r>
            <a:r>
              <a:rPr lang="ko-KR"/>
              <a:t> </a:t>
            </a:r>
            <a:r>
              <a:rPr lang="ko-KR" err="1"/>
              <a:t>할때</a:t>
            </a:r>
            <a:r>
              <a:rPr lang="ko-KR"/>
              <a:t> </a:t>
            </a:r>
            <a:r>
              <a:rPr lang="en-US" altLang="ko-KR"/>
              <a:t>1</a:t>
            </a:r>
            <a:r>
              <a:rPr lang="ko-KR"/>
              <a:t>번 스레드는 실패하게 되고 3번 노드를 붙였던 스레드는 성공할 것임</a:t>
            </a:r>
            <a:r>
              <a:rPr lang="en-US" altLang="ko-KR"/>
              <a:t>.</a:t>
            </a:r>
            <a:endParaRPr lang="ko-KR" altLang="en-US">
              <a:solidFill>
                <a:srgbClr val="444444"/>
              </a:solidFill>
            </a:endParaRPr>
          </a:p>
          <a:p>
            <a:pPr marL="171450" indent="-171450">
              <a:buFont typeface="Calibri,Sans-Serif"/>
              <a:buChar char="-"/>
            </a:pPr>
            <a:r>
              <a:rPr lang="ko-KR"/>
              <a:t>그러면 </a:t>
            </a:r>
            <a:r>
              <a:rPr lang="ko-KR" err="1"/>
              <a:t>tail</a:t>
            </a:r>
            <a:r>
              <a:rPr lang="ko-KR"/>
              <a:t> 멤버 변수가 실제 tail 맨 끝이 아니라 그 앞 노드를 가리키게 됨</a:t>
            </a:r>
            <a:r>
              <a:rPr lang="en-US" altLang="ko-KR"/>
              <a:t>.</a:t>
            </a:r>
            <a:r>
              <a:rPr lang="ko-KR"/>
              <a:t> </a:t>
            </a:r>
            <a:endParaRPr lang="en-US">
              <a:solidFill>
                <a:srgbClr val="444444"/>
              </a:solidFill>
            </a:endParaRPr>
          </a:p>
          <a:p>
            <a:pPr marL="171450" indent="-171450">
              <a:buFont typeface="Calibri,Sans-Serif"/>
              <a:buChar char="-"/>
            </a:pPr>
            <a:r>
              <a:rPr lang="ko-KR"/>
              <a:t>이를 해결하려고 할때 2nd CAS 실패하면 이를 되돌릴 수가 없음</a:t>
            </a:r>
            <a:r>
              <a:rPr lang="en-US" altLang="ko-KR"/>
              <a:t>.</a:t>
            </a:r>
            <a:r>
              <a:rPr lang="ko-KR"/>
              <a:t> 이미 그 순간 큐에 노드를 붙여버린 것임</a:t>
            </a:r>
            <a:r>
              <a:rPr lang="en-US" altLang="ko-KR"/>
              <a:t>.</a:t>
            </a:r>
            <a:r>
              <a:rPr lang="ko-KR"/>
              <a:t> 그러니 2nd </a:t>
            </a:r>
            <a:r>
              <a:rPr lang="en-US" altLang="ko-KR"/>
              <a:t>CAS</a:t>
            </a:r>
            <a:r>
              <a:rPr lang="ko-KR"/>
              <a:t> 실패시 발생하는 문제가 tail이 덜 밀리는 것이니 enq, deq 할때 원자적으로 각자 tail을 끝까지 밀어주는 작업을 추가하는 것임</a:t>
            </a:r>
            <a:r>
              <a:rPr lang="en-US" altLang="ko-KR"/>
              <a:t>.</a:t>
            </a:r>
            <a:endParaRPr lang="ko-KR" altLang="en-US">
              <a:solidFill>
                <a:srgbClr val="444444"/>
              </a:solidFill>
            </a:endParaRPr>
          </a:p>
          <a:p>
            <a:pPr marL="171450" indent="-171450">
              <a:buFont typeface="Calibri,Sans-Serif"/>
              <a:buChar char="-"/>
            </a:pPr>
            <a:r>
              <a:rPr lang="ko-KR"/>
              <a:t>Next가 nullptr일 때까지 밀어주는 것임</a:t>
            </a:r>
            <a:r>
              <a:rPr lang="en-US" altLang="ko-KR"/>
              <a:t>.</a:t>
            </a:r>
            <a:endParaRPr lang="ko-KR" altLang="en-US">
              <a:solidFill>
                <a:srgbClr val="444444"/>
              </a:solidFill>
            </a:endParaRPr>
          </a:p>
          <a:p>
            <a:endParaRPr lang="en-US" altLang="ko-KR">
              <a:ea typeface="맑은 고딕"/>
              <a:cs typeface="Calibri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E418261-7416-8E83-53E1-844ED38B05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CDE012-9E2E-4477-8B5C-4E7D4E9BCBA6}" type="slidenum">
              <a:rPr lang="en-US" noProof="0" smtClean="0"/>
              <a:t>26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75635850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F95F83-554A-397D-A222-7C84F90210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77320CB-5D58-89E0-320E-F06589AB10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635DDAA-03BB-D42C-4F05-F798F10A1E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&lt;</a:t>
            </a:r>
            <a:r>
              <a:rPr lang="ko-KR"/>
              <a:t>대본</a:t>
            </a:r>
            <a:r>
              <a:rPr lang="en-US" altLang="ko-KR"/>
              <a:t>&gt;</a:t>
            </a:r>
            <a:endParaRPr lang="ko-KR" altLang="en-US">
              <a:solidFill>
                <a:srgbClr val="444444"/>
              </a:solidFill>
            </a:endParaRPr>
          </a:p>
          <a:p>
            <a:pPr marL="171450" indent="-171450">
              <a:buFont typeface="Calibri,Sans-Serif"/>
              <a:buChar char="-"/>
            </a:pPr>
            <a:r>
              <a:rPr lang="ko-KR"/>
              <a:t>이제 큐의 순서 뒤바뀜 문제를 보자.</a:t>
            </a:r>
            <a:endParaRPr lang="en-US">
              <a:solidFill>
                <a:srgbClr val="444444"/>
              </a:solidFill>
            </a:endParaRPr>
          </a:p>
          <a:p>
            <a:pPr marL="171450" indent="-171450">
              <a:buFont typeface="Calibri,Sans-Serif"/>
              <a:buChar char="-"/>
            </a:pPr>
            <a:r>
              <a:rPr lang="ko-KR"/>
              <a:t>이것도 근본적인 원인은 같음</a:t>
            </a:r>
            <a:r>
              <a:rPr lang="en-US" altLang="ko-KR"/>
              <a:t>.</a:t>
            </a:r>
            <a:r>
              <a:rPr lang="ko-KR"/>
              <a:t> 1st </a:t>
            </a:r>
            <a:r>
              <a:rPr lang="ko-KR" err="1"/>
              <a:t>CAS는</a:t>
            </a:r>
            <a:r>
              <a:rPr lang="ko-KR"/>
              <a:t> </a:t>
            </a:r>
            <a:r>
              <a:rPr lang="ko-KR" err="1"/>
              <a:t>next가</a:t>
            </a:r>
            <a:r>
              <a:rPr lang="ko-KR"/>
              <a:t> </a:t>
            </a:r>
            <a:r>
              <a:rPr lang="ko-KR" err="1"/>
              <a:t>nullptr인지가</a:t>
            </a:r>
            <a:r>
              <a:rPr lang="ko-KR"/>
              <a:t> 중요함</a:t>
            </a:r>
            <a:r>
              <a:rPr lang="en-US" altLang="ko-KR"/>
              <a:t>.</a:t>
            </a:r>
            <a:r>
              <a:rPr lang="ko-KR"/>
              <a:t> 그래서 시나리오를 보면 </a:t>
            </a:r>
            <a:r>
              <a:rPr lang="en-US" altLang="ko-KR"/>
              <a:t>1</a:t>
            </a:r>
            <a:r>
              <a:rPr lang="ko-KR"/>
              <a:t>번 스레드가 </a:t>
            </a:r>
            <a:r>
              <a:rPr lang="en-US" altLang="ko-KR" err="1"/>
              <a:t>enq</a:t>
            </a:r>
            <a:r>
              <a:rPr lang="ko-KR" err="1"/>
              <a:t>를</a:t>
            </a:r>
            <a:r>
              <a:rPr lang="ko-KR"/>
              <a:t> </a:t>
            </a:r>
            <a:r>
              <a:rPr lang="ko-KR" err="1"/>
              <a:t>하려는데</a:t>
            </a:r>
            <a:r>
              <a:rPr lang="ko-KR"/>
              <a:t> </a:t>
            </a:r>
            <a:r>
              <a:rPr lang="en-US" altLang="ko-KR"/>
              <a:t>1000</a:t>
            </a:r>
            <a:r>
              <a:rPr lang="ko-KR"/>
              <a:t>을 </a:t>
            </a:r>
            <a:r>
              <a:rPr lang="en-US" altLang="ko-KR" err="1"/>
              <a:t>enq</a:t>
            </a:r>
            <a:r>
              <a:rPr lang="ko-KR" err="1"/>
              <a:t>하려고</a:t>
            </a:r>
            <a:r>
              <a:rPr lang="ko-KR"/>
              <a:t> 함</a:t>
            </a:r>
            <a:r>
              <a:rPr lang="en-US" altLang="ko-KR"/>
              <a:t>.</a:t>
            </a:r>
            <a:endParaRPr lang="ko-KR" altLang="en-US">
              <a:solidFill>
                <a:srgbClr val="444444"/>
              </a:solidFill>
            </a:endParaRPr>
          </a:p>
          <a:p>
            <a:pPr marL="171450" indent="-171450">
              <a:buFont typeface="Calibri,Sans-Serif"/>
              <a:buChar char="-"/>
            </a:pPr>
            <a:r>
              <a:rPr lang="ko-KR"/>
              <a:t>이때 </a:t>
            </a:r>
            <a:r>
              <a:rPr lang="en-US" altLang="ko-KR" err="1"/>
              <a:t>tail</a:t>
            </a:r>
            <a:r>
              <a:rPr lang="ko-KR" err="1"/>
              <a:t>을</a:t>
            </a:r>
            <a:r>
              <a:rPr lang="ko-KR"/>
              <a:t> 3 노드로 바라본 상태에서 다른 스레드가 </a:t>
            </a:r>
            <a:r>
              <a:rPr lang="en-US" altLang="ko-KR" err="1"/>
              <a:t>enq</a:t>
            </a:r>
            <a:r>
              <a:rPr lang="en-US" altLang="ko-KR"/>
              <a:t>,</a:t>
            </a:r>
            <a:r>
              <a:rPr lang="ko-KR"/>
              <a:t> </a:t>
            </a:r>
            <a:r>
              <a:rPr lang="ko-KR" err="1"/>
              <a:t>deq를</a:t>
            </a:r>
            <a:r>
              <a:rPr lang="ko-KR"/>
              <a:t> 하면서 큐를 아래처럼 실제 </a:t>
            </a:r>
            <a:r>
              <a:rPr lang="ko-KR" err="1"/>
              <a:t>tail이</a:t>
            </a:r>
            <a:r>
              <a:rPr lang="ko-KR"/>
              <a:t> 6 노드인 상태로 바꿈</a:t>
            </a:r>
            <a:r>
              <a:rPr lang="en-US" altLang="ko-KR"/>
              <a:t>.</a:t>
            </a:r>
            <a:r>
              <a:rPr lang="ko-KR"/>
              <a:t> 그 상태에서 다른 스레드가 3 노드를 재활용해서 가져오는데 이때 노드 할당하고 </a:t>
            </a:r>
            <a:r>
              <a:rPr lang="en-US" altLang="ko-KR" err="1"/>
              <a:t>next</a:t>
            </a:r>
            <a:r>
              <a:rPr lang="ko-KR" err="1"/>
              <a:t>를</a:t>
            </a:r>
            <a:r>
              <a:rPr lang="ko-KR"/>
              <a:t> 초기화 </a:t>
            </a:r>
            <a:r>
              <a:rPr lang="ko-KR" err="1"/>
              <a:t>할때</a:t>
            </a:r>
            <a:r>
              <a:rPr lang="ko-KR"/>
              <a:t> </a:t>
            </a:r>
            <a:r>
              <a:rPr lang="en-US" altLang="ko-KR" err="1"/>
              <a:t>nullptr</a:t>
            </a:r>
            <a:r>
              <a:rPr lang="ko-KR" err="1"/>
              <a:t>로</a:t>
            </a:r>
            <a:r>
              <a:rPr lang="ko-KR"/>
              <a:t> 바꾸는 순간</a:t>
            </a:r>
            <a:endParaRPr lang="en-US">
              <a:solidFill>
                <a:srgbClr val="444444"/>
              </a:solidFill>
            </a:endParaRPr>
          </a:p>
          <a:p>
            <a:pPr marL="171450" indent="-171450">
              <a:buFont typeface="Calibri,Sans-Serif"/>
              <a:buChar char="-"/>
            </a:pPr>
            <a:r>
              <a:rPr lang="en-US" altLang="ko-KR"/>
              <a:t>1</a:t>
            </a:r>
            <a:r>
              <a:rPr lang="ko-KR"/>
              <a:t>번 스레드가 </a:t>
            </a:r>
            <a:r>
              <a:rPr lang="en-US" altLang="ko-KR" err="1"/>
              <a:t>enq</a:t>
            </a:r>
            <a:r>
              <a:rPr lang="ko-KR" err="1"/>
              <a:t>를</a:t>
            </a:r>
            <a:r>
              <a:rPr lang="ko-KR"/>
              <a:t> 하려고 하면 </a:t>
            </a:r>
            <a:r>
              <a:rPr lang="en-US" altLang="ko-KR" err="1"/>
              <a:t>enq</a:t>
            </a:r>
            <a:r>
              <a:rPr lang="ko-KR" err="1"/>
              <a:t>가</a:t>
            </a:r>
            <a:r>
              <a:rPr lang="ko-KR"/>
              <a:t> </a:t>
            </a:r>
            <a:r>
              <a:rPr lang="ko-KR" err="1"/>
              <a:t>가능해짐</a:t>
            </a:r>
            <a:r>
              <a:rPr lang="en-US" altLang="ko-KR" err="1"/>
              <a:t>.</a:t>
            </a:r>
            <a:r>
              <a:rPr lang="ko-KR" err="1"/>
              <a:t>그래서</a:t>
            </a:r>
            <a:r>
              <a:rPr lang="ko-KR"/>
              <a:t> 3 노드 뒤에 </a:t>
            </a:r>
            <a:r>
              <a:rPr lang="en-US" altLang="ko-KR" err="1"/>
              <a:t>newNode</a:t>
            </a:r>
            <a:r>
              <a:rPr lang="ko-KR" err="1"/>
              <a:t>를</a:t>
            </a:r>
            <a:r>
              <a:rPr lang="ko-KR"/>
              <a:t> 붙이게 됨</a:t>
            </a:r>
            <a:r>
              <a:rPr lang="en-US" altLang="ko-KR"/>
              <a:t>.</a:t>
            </a:r>
            <a:r>
              <a:rPr lang="ko-KR"/>
              <a:t> 그리고 </a:t>
            </a:r>
            <a:r>
              <a:rPr lang="en-US" altLang="ko-KR"/>
              <a:t>1</a:t>
            </a:r>
            <a:r>
              <a:rPr lang="ko-KR"/>
              <a:t>번 스레드가 다시 한번 </a:t>
            </a:r>
            <a:r>
              <a:rPr lang="en-US" altLang="ko-KR" err="1"/>
              <a:t>enq</a:t>
            </a:r>
            <a:r>
              <a:rPr lang="ko-KR"/>
              <a:t> 작업을 해서 </a:t>
            </a:r>
            <a:r>
              <a:rPr lang="en-US" altLang="ko-KR"/>
              <a:t>1001</a:t>
            </a:r>
            <a:r>
              <a:rPr lang="ko-KR"/>
              <a:t>을 </a:t>
            </a:r>
            <a:r>
              <a:rPr lang="en-US" altLang="ko-KR" err="1"/>
              <a:t>enq</a:t>
            </a:r>
            <a:r>
              <a:rPr lang="ko-KR" err="1"/>
              <a:t>하면</a:t>
            </a:r>
            <a:r>
              <a:rPr lang="ko-KR"/>
              <a:t> 이제는 </a:t>
            </a:r>
            <a:r>
              <a:rPr lang="en-US" altLang="ko-KR"/>
              <a:t>6</a:t>
            </a:r>
            <a:r>
              <a:rPr lang="ko-KR"/>
              <a:t> 노드 뒤에 </a:t>
            </a:r>
            <a:r>
              <a:rPr lang="en-US" altLang="ko-KR" err="1"/>
              <a:t>enq</a:t>
            </a:r>
            <a:r>
              <a:rPr lang="ko-KR"/>
              <a:t> 작업을 하게 되며 다른 스레드가 마저 </a:t>
            </a:r>
            <a:r>
              <a:rPr lang="en-US" altLang="ko-KR" err="1"/>
              <a:t>enq</a:t>
            </a:r>
            <a:r>
              <a:rPr lang="ko-KR"/>
              <a:t> 작업을 해서</a:t>
            </a:r>
            <a:endParaRPr lang="en-US">
              <a:solidFill>
                <a:srgbClr val="444444"/>
              </a:solidFill>
            </a:endParaRPr>
          </a:p>
          <a:p>
            <a:pPr marL="171450" indent="-171450">
              <a:buFont typeface="Calibri,Sans-Serif"/>
              <a:buChar char="-"/>
            </a:pPr>
            <a:r>
              <a:rPr lang="ko-KR"/>
              <a:t>3 노드를 </a:t>
            </a:r>
            <a:r>
              <a:rPr lang="en-US" altLang="ko-KR"/>
              <a:t>1001</a:t>
            </a:r>
            <a:r>
              <a:rPr lang="ko-KR"/>
              <a:t> 뒤에 붙이게 되면 그림 </a:t>
            </a:r>
            <a:r>
              <a:rPr lang="ko-KR" err="1"/>
              <a:t>처럼</a:t>
            </a:r>
            <a:r>
              <a:rPr lang="ko-KR"/>
              <a:t> 순서가 뒤바뀜</a:t>
            </a:r>
            <a:r>
              <a:rPr lang="en-US" altLang="ko-KR"/>
              <a:t>.</a:t>
            </a:r>
            <a:r>
              <a:rPr lang="ko-KR"/>
              <a:t> 그래서 한 스레드에서 </a:t>
            </a:r>
            <a:r>
              <a:rPr lang="en-US" altLang="ko-KR" err="1"/>
              <a:t>deq</a:t>
            </a:r>
            <a:r>
              <a:rPr lang="ko-KR" err="1"/>
              <a:t>를</a:t>
            </a:r>
            <a:r>
              <a:rPr lang="ko-KR"/>
              <a:t> 해서 출력하면 </a:t>
            </a:r>
            <a:r>
              <a:rPr lang="en-US" altLang="ko-KR"/>
              <a:t>1001</a:t>
            </a:r>
            <a:r>
              <a:rPr lang="ko-KR"/>
              <a:t>이 출력되고 </a:t>
            </a:r>
            <a:r>
              <a:rPr lang="en-US" altLang="ko-KR"/>
              <a:t>1000</a:t>
            </a:r>
            <a:r>
              <a:rPr lang="ko-KR"/>
              <a:t>이 출력됨</a:t>
            </a:r>
            <a:r>
              <a:rPr lang="en-US" altLang="ko-KR"/>
              <a:t>.</a:t>
            </a:r>
            <a:endParaRPr lang="ko-KR" altLang="en-US">
              <a:solidFill>
                <a:srgbClr val="444444"/>
              </a:solidFill>
            </a:endParaRPr>
          </a:p>
          <a:p>
            <a:pPr marL="171450" indent="-171450">
              <a:buFont typeface="Calibri,Sans-Serif"/>
              <a:buChar char="-"/>
            </a:pPr>
            <a:r>
              <a:rPr lang="ko-KR"/>
              <a:t>이 문제를 해결하려고 하면 </a:t>
            </a:r>
            <a:r>
              <a:rPr lang="en-US" altLang="ko-KR" err="1"/>
              <a:t>next</a:t>
            </a:r>
            <a:r>
              <a:rPr lang="ko-KR" err="1"/>
              <a:t>를</a:t>
            </a:r>
            <a:r>
              <a:rPr lang="ko-KR"/>
              <a:t> </a:t>
            </a:r>
            <a:r>
              <a:rPr lang="en-US" altLang="ko-KR" err="1"/>
              <a:t>nullptr</a:t>
            </a:r>
            <a:r>
              <a:rPr lang="ko-KR" err="1"/>
              <a:t>이</a:t>
            </a:r>
            <a:r>
              <a:rPr lang="ko-KR"/>
              <a:t> 아니라 특정 값으로 바꿔주는 것임</a:t>
            </a:r>
            <a:r>
              <a:rPr lang="en-US" altLang="ko-KR"/>
              <a:t>.</a:t>
            </a:r>
            <a:r>
              <a:rPr lang="ko-KR"/>
              <a:t> 그래서 </a:t>
            </a:r>
            <a:r>
              <a:rPr lang="en-US" altLang="ko-KR"/>
              <a:t>1st</a:t>
            </a:r>
            <a:r>
              <a:rPr lang="ko-KR"/>
              <a:t> CAS 후에 </a:t>
            </a:r>
            <a:r>
              <a:rPr lang="en-US" altLang="ko-KR" err="1"/>
              <a:t>next</a:t>
            </a:r>
            <a:r>
              <a:rPr lang="ko-KR" err="1"/>
              <a:t>를</a:t>
            </a:r>
            <a:r>
              <a:rPr lang="ko-KR"/>
              <a:t> </a:t>
            </a:r>
            <a:r>
              <a:rPr lang="en-US" altLang="ko-KR" err="1"/>
              <a:t>nullptr</a:t>
            </a:r>
            <a:r>
              <a:rPr lang="ko-KR" err="1"/>
              <a:t>로</a:t>
            </a:r>
            <a:r>
              <a:rPr lang="ko-KR"/>
              <a:t> 바꿔주는 것임</a:t>
            </a:r>
            <a:r>
              <a:rPr lang="en-US" altLang="ko-KR"/>
              <a:t>.</a:t>
            </a:r>
            <a:r>
              <a:rPr lang="ko-KR"/>
              <a:t> 그래서 이 작업 후에 </a:t>
            </a:r>
            <a:r>
              <a:rPr lang="en-US" altLang="ko-KR"/>
              <a:t>1st</a:t>
            </a:r>
            <a:r>
              <a:rPr lang="ko-KR"/>
              <a:t> </a:t>
            </a:r>
            <a:r>
              <a:rPr lang="en-US" altLang="ko-KR" err="1"/>
              <a:t>CAS</a:t>
            </a:r>
            <a:r>
              <a:rPr lang="ko-KR" err="1"/>
              <a:t>를</a:t>
            </a:r>
            <a:r>
              <a:rPr lang="ko-KR"/>
              <a:t> 할 수 있게 만드는 것임</a:t>
            </a:r>
            <a:r>
              <a:rPr lang="en-US" altLang="ko-KR"/>
              <a:t>.</a:t>
            </a:r>
            <a:endParaRPr lang="ko-KR" altLang="en-US">
              <a:solidFill>
                <a:srgbClr val="444444"/>
              </a:solidFill>
            </a:endParaRPr>
          </a:p>
          <a:p>
            <a:pPr marL="171450" indent="-171450">
              <a:buFont typeface="Calibri,Sans-Serif"/>
              <a:buChar char="-"/>
            </a:pPr>
            <a:r>
              <a:rPr lang="ko-KR"/>
              <a:t>여기서 질문이 노드 할당해서 </a:t>
            </a:r>
            <a:r>
              <a:rPr lang="en-US" altLang="ko-KR" err="1"/>
              <a:t>next</a:t>
            </a:r>
            <a:r>
              <a:rPr lang="ko-KR" err="1"/>
              <a:t>를</a:t>
            </a:r>
            <a:r>
              <a:rPr lang="ko-KR"/>
              <a:t> 초기화 하기 전에 애초에 </a:t>
            </a:r>
            <a:r>
              <a:rPr lang="en-US" altLang="ko-KR" err="1"/>
              <a:t>nullptr</a:t>
            </a:r>
            <a:r>
              <a:rPr lang="ko-KR" err="1"/>
              <a:t>인</a:t>
            </a:r>
            <a:r>
              <a:rPr lang="ko-KR"/>
              <a:t> 경우는 없냐고 하면 있는데 그게 되려면 메모리 풀에서 나온 노드가 애초에 </a:t>
            </a:r>
            <a:r>
              <a:rPr lang="ko-KR" err="1"/>
              <a:t>재활용된적없는</a:t>
            </a:r>
            <a:r>
              <a:rPr lang="ko-KR"/>
              <a:t> 신규 노드면 </a:t>
            </a:r>
            <a:r>
              <a:rPr lang="en-US" altLang="ko-KR" err="1"/>
              <a:t>next</a:t>
            </a:r>
            <a:r>
              <a:rPr lang="ko-KR" err="1"/>
              <a:t>가</a:t>
            </a:r>
            <a:r>
              <a:rPr lang="ko-KR"/>
              <a:t> </a:t>
            </a:r>
            <a:r>
              <a:rPr lang="ko-KR" err="1"/>
              <a:t>nullptr일</a:t>
            </a:r>
            <a:r>
              <a:rPr lang="ko-KR"/>
              <a:t> 수 있음</a:t>
            </a:r>
            <a:r>
              <a:rPr lang="en-US" altLang="ko-KR"/>
              <a:t>.</a:t>
            </a:r>
            <a:r>
              <a:rPr lang="ko-KR"/>
              <a:t> 그래서 문제는 일어나지 않을 것임</a:t>
            </a:r>
            <a:r>
              <a:rPr lang="en-US" altLang="ko-KR"/>
              <a:t>.</a:t>
            </a:r>
            <a:endParaRPr lang="ko-KR" altLang="en-US">
              <a:solidFill>
                <a:srgbClr val="444444"/>
              </a:solidFill>
            </a:endParaRPr>
          </a:p>
          <a:p>
            <a:pPr marL="171450" indent="-171450">
              <a:buFont typeface="Calibri,Sans-Serif"/>
              <a:buChar char="-"/>
            </a:pPr>
            <a:r>
              <a:rPr lang="ko-KR"/>
              <a:t>또한 </a:t>
            </a:r>
            <a:r>
              <a:rPr lang="ko-KR" err="1"/>
              <a:t>사전작업할때</a:t>
            </a:r>
            <a:r>
              <a:rPr lang="ko-KR"/>
              <a:t> </a:t>
            </a:r>
            <a:r>
              <a:rPr lang="en-US" altLang="ko-KR" err="1"/>
              <a:t>next</a:t>
            </a:r>
            <a:r>
              <a:rPr lang="ko-KR" err="1"/>
              <a:t>가</a:t>
            </a:r>
            <a:r>
              <a:rPr lang="ko-KR"/>
              <a:t> </a:t>
            </a:r>
            <a:r>
              <a:rPr lang="en-US" altLang="ko-KR" err="1"/>
              <a:t>nullptr</a:t>
            </a:r>
            <a:r>
              <a:rPr lang="ko-KR" err="1"/>
              <a:t>일때만</a:t>
            </a:r>
            <a:r>
              <a:rPr lang="ko-KR"/>
              <a:t> 탈출하게 </a:t>
            </a:r>
            <a:r>
              <a:rPr lang="ko-KR" err="1"/>
              <a:t>하지말고</a:t>
            </a:r>
            <a:r>
              <a:rPr lang="ko-KR"/>
              <a:t> </a:t>
            </a:r>
            <a:r>
              <a:rPr lang="ko-KR" err="1"/>
              <a:t>특정값도</a:t>
            </a:r>
            <a:r>
              <a:rPr lang="ko-KR"/>
              <a:t> 조건으로 넣어줘야 함</a:t>
            </a:r>
            <a:r>
              <a:rPr lang="en-US" altLang="ko-KR"/>
              <a:t>.</a:t>
            </a:r>
            <a:r>
              <a:rPr lang="ko-KR"/>
              <a:t> </a:t>
            </a:r>
            <a:r>
              <a:rPr lang="ko-KR" err="1"/>
              <a:t>특정값이</a:t>
            </a:r>
            <a:r>
              <a:rPr lang="ko-KR"/>
              <a:t> </a:t>
            </a:r>
            <a:r>
              <a:rPr lang="en-US" altLang="ko-KR" err="1"/>
              <a:t>next</a:t>
            </a:r>
            <a:r>
              <a:rPr lang="ko-KR" err="1"/>
              <a:t>면</a:t>
            </a:r>
            <a:r>
              <a:rPr lang="ko-KR"/>
              <a:t> 아직 </a:t>
            </a:r>
            <a:r>
              <a:rPr lang="en-US" altLang="ko-KR" err="1"/>
              <a:t>nullptr</a:t>
            </a:r>
            <a:r>
              <a:rPr lang="ko-KR" err="1"/>
              <a:t>로</a:t>
            </a:r>
            <a:r>
              <a:rPr lang="ko-KR"/>
              <a:t> </a:t>
            </a:r>
            <a:r>
              <a:rPr lang="ko-KR" err="1"/>
              <a:t>안바꾼것이고</a:t>
            </a:r>
            <a:r>
              <a:rPr lang="ko-KR"/>
              <a:t> 조금 있다가 </a:t>
            </a:r>
            <a:r>
              <a:rPr lang="en-US" altLang="ko-KR"/>
              <a:t>2nd</a:t>
            </a:r>
            <a:r>
              <a:rPr lang="ko-KR"/>
              <a:t> </a:t>
            </a:r>
            <a:r>
              <a:rPr lang="en-US" altLang="ko-KR" err="1"/>
              <a:t>CAS</a:t>
            </a:r>
            <a:r>
              <a:rPr lang="ko-KR" err="1"/>
              <a:t>하면서</a:t>
            </a:r>
            <a:r>
              <a:rPr lang="ko-KR"/>
              <a:t> </a:t>
            </a:r>
            <a:r>
              <a:rPr lang="en-US" altLang="ko-KR" err="1"/>
              <a:t>tail</a:t>
            </a:r>
            <a:r>
              <a:rPr lang="ko-KR" err="1"/>
              <a:t>바꿀</a:t>
            </a:r>
            <a:r>
              <a:rPr lang="ko-KR"/>
              <a:t> 것이니 </a:t>
            </a:r>
            <a:r>
              <a:rPr lang="ko-KR" err="1"/>
              <a:t>사전작업하는</a:t>
            </a:r>
            <a:r>
              <a:rPr lang="ko-KR"/>
              <a:t> 곳은 그냥 사전작업 안하고 끝내고 자기 작업하러 가면 됨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7B99E52-4BA2-F16A-701A-0B662401AE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CDE012-9E2E-4477-8B5C-4E7D4E9BCBA6}" type="slidenum">
              <a:rPr lang="en-US" noProof="0" smtClean="0"/>
              <a:t>27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35357034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5356CC-84F9-1D68-1D9B-4E66A4BDE6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8654145-5067-77BD-D6AE-5D0A603876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D41D2F4-0CBA-CDD7-8A9C-3512F3EE24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&lt;</a:t>
            </a:r>
            <a:r>
              <a:rPr lang="ko-KR"/>
              <a:t>대본</a:t>
            </a:r>
            <a:r>
              <a:rPr lang="en-US" altLang="ko-KR"/>
              <a:t>&gt;</a:t>
            </a:r>
            <a:endParaRPr lang="ko-KR" altLang="en-US">
              <a:solidFill>
                <a:srgbClr val="444444"/>
              </a:solidFill>
            </a:endParaRPr>
          </a:p>
          <a:p>
            <a:pPr marL="171450" indent="-171450">
              <a:buFont typeface="Calibri,Sans-Serif"/>
              <a:buChar char="-"/>
            </a:pPr>
            <a:r>
              <a:rPr lang="ko-KR" altLang="en-US">
                <a:ea typeface="맑은 고딕"/>
              </a:rPr>
              <a:t>공용 노드 풀 문제도 근본적으로 </a:t>
            </a:r>
            <a:r>
              <a:rPr lang="ko-KR">
                <a:ea typeface="맑은 고딕"/>
              </a:rPr>
              <a:t>1st </a:t>
            </a:r>
            <a:r>
              <a:rPr lang="ko-KR" err="1">
                <a:ea typeface="맑은 고딕"/>
              </a:rPr>
              <a:t>CAS는</a:t>
            </a:r>
            <a:r>
              <a:rPr lang="ko-KR">
                <a:ea typeface="맑은 고딕"/>
              </a:rPr>
              <a:t> </a:t>
            </a:r>
            <a:r>
              <a:rPr lang="ko-KR" err="1">
                <a:ea typeface="맑은 고딕"/>
              </a:rPr>
              <a:t>next</a:t>
            </a:r>
            <a:r>
              <a:rPr lang="ko-KR" altLang="en-US">
                <a:ea typeface="맑은 고딕"/>
              </a:rPr>
              <a:t> 멤버 변수가 </a:t>
            </a:r>
            <a:r>
              <a:rPr lang="ko-KR" err="1">
                <a:ea typeface="맑은 고딕"/>
              </a:rPr>
              <a:t>nullptr</a:t>
            </a:r>
            <a:r>
              <a:rPr lang="ko-KR" altLang="en-US" err="1">
                <a:ea typeface="맑은 고딕"/>
              </a:rPr>
              <a:t>인지</a:t>
            </a:r>
            <a:r>
              <a:rPr lang="ko-KR" altLang="en-US">
                <a:ea typeface="맑은 고딕"/>
              </a:rPr>
              <a:t> 중요하지 그 노드가 기존 큐인지 다른 큐인지 중요하지 않음</a:t>
            </a:r>
            <a:r>
              <a:rPr lang="en-US" altLang="ko-KR">
                <a:ea typeface="맑은 고딕"/>
              </a:rPr>
              <a:t>.</a:t>
            </a:r>
            <a:endParaRPr lang="ko-KR" altLang="en-US">
              <a:solidFill>
                <a:srgbClr val="444444"/>
              </a:solidFill>
              <a:ea typeface="맑은 고딕"/>
            </a:endParaRPr>
          </a:p>
          <a:p>
            <a:pPr marL="171450" indent="-171450">
              <a:buFont typeface="Calibri,Sans-Serif"/>
              <a:buChar char="-"/>
            </a:pPr>
            <a:r>
              <a:rPr lang="ko-KR"/>
              <a:t>그래서 시나리오를 보면 </a:t>
            </a:r>
            <a:r>
              <a:rPr lang="en-US" altLang="ko-KR"/>
              <a:t>1</a:t>
            </a:r>
            <a:r>
              <a:rPr lang="ko-KR"/>
              <a:t>번 </a:t>
            </a:r>
            <a:r>
              <a:rPr lang="ko-KR" altLang="en-US"/>
              <a:t>큐에 </a:t>
            </a:r>
            <a:r>
              <a:rPr lang="en-US" altLang="ko-KR"/>
              <a:t>1</a:t>
            </a:r>
            <a:r>
              <a:rPr lang="ko-KR" altLang="en-US"/>
              <a:t>번 </a:t>
            </a:r>
            <a:r>
              <a:rPr lang="ko-KR"/>
              <a:t>스레드가 </a:t>
            </a:r>
            <a:r>
              <a:rPr lang="en-US" altLang="ko-KR" err="1"/>
              <a:t>tail</a:t>
            </a:r>
            <a:r>
              <a:rPr lang="ko-KR" err="1"/>
              <a:t>을</a:t>
            </a:r>
            <a:r>
              <a:rPr lang="ko-KR"/>
              <a:t> 3 노드로 바라본 상태에서 </a:t>
            </a:r>
            <a:r>
              <a:rPr lang="en-US" altLang="ko-KR"/>
              <a:t>1</a:t>
            </a:r>
            <a:r>
              <a:rPr lang="ko-KR" altLang="en-US"/>
              <a:t>번 </a:t>
            </a:r>
            <a:r>
              <a:rPr lang="ko-KR" altLang="en-US" err="1"/>
              <a:t>락프리</a:t>
            </a:r>
            <a:r>
              <a:rPr lang="ko-KR" altLang="en-US"/>
              <a:t> 큐에 </a:t>
            </a:r>
            <a:r>
              <a:rPr lang="en-US" altLang="ko-KR" err="1"/>
              <a:t>newNode</a:t>
            </a:r>
            <a:r>
              <a:rPr lang="ko-KR" altLang="en-US" err="1"/>
              <a:t>를</a:t>
            </a:r>
            <a:r>
              <a:rPr lang="ko-KR" altLang="en-US"/>
              <a:t> </a:t>
            </a:r>
            <a:r>
              <a:rPr lang="en-US" altLang="ko-KR" err="1"/>
              <a:t>enq</a:t>
            </a:r>
            <a:r>
              <a:rPr lang="ko-KR" altLang="en-US" err="1"/>
              <a:t>하려는데</a:t>
            </a:r>
            <a:r>
              <a:rPr lang="ko-KR" altLang="en-US"/>
              <a:t> </a:t>
            </a:r>
            <a:r>
              <a:rPr lang="ko-KR"/>
              <a:t>다른 스레드가 </a:t>
            </a:r>
            <a:r>
              <a:rPr lang="ko-KR" err="1"/>
              <a:t>deq하면서</a:t>
            </a:r>
            <a:r>
              <a:rPr lang="ko-KR"/>
              <a:t> 3 노드를 </a:t>
            </a:r>
            <a:r>
              <a:rPr lang="ko-KR" altLang="en-US"/>
              <a:t>공용 </a:t>
            </a:r>
            <a:r>
              <a:rPr lang="ko-KR"/>
              <a:t>노드 </a:t>
            </a:r>
            <a:r>
              <a:rPr lang="ko-KR" altLang="en-US"/>
              <a:t>풀로 반납하고 </a:t>
            </a:r>
            <a:endParaRPr lang="en-US" altLang="ko-KR">
              <a:solidFill>
                <a:srgbClr val="444444"/>
              </a:solidFill>
            </a:endParaRPr>
          </a:p>
          <a:p>
            <a:pPr marL="171450" indent="-171450">
              <a:buFont typeface="Calibri,Sans-Serif"/>
              <a:buChar char="-"/>
            </a:pPr>
            <a:r>
              <a:rPr lang="ko-KR" altLang="en-US">
                <a:ea typeface="맑은 고딕"/>
              </a:rPr>
              <a:t>그걸 다시 다른 </a:t>
            </a:r>
            <a:r>
              <a:rPr lang="ko-KR" altLang="en-US" err="1">
                <a:ea typeface="맑은 고딕"/>
              </a:rPr>
              <a:t>락프리</a:t>
            </a:r>
            <a:r>
              <a:rPr lang="ko-KR" altLang="en-US">
                <a:ea typeface="맑은 고딕"/>
              </a:rPr>
              <a:t> 큐에 </a:t>
            </a:r>
            <a:r>
              <a:rPr lang="en-US" altLang="ko-KR" err="1">
                <a:ea typeface="맑은 고딕"/>
              </a:rPr>
              <a:t>enq</a:t>
            </a:r>
            <a:r>
              <a:rPr lang="ko-KR" err="1">
                <a:ea typeface="맑은 고딕"/>
              </a:rPr>
              <a:t>를</a:t>
            </a:r>
            <a:r>
              <a:rPr 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해버린 상태에서 </a:t>
            </a:r>
            <a:r>
              <a:rPr lang="en-US" altLang="ko-KR">
                <a:ea typeface="맑은 고딕"/>
              </a:rPr>
              <a:t>1</a:t>
            </a:r>
            <a:r>
              <a:rPr lang="ko-KR">
                <a:ea typeface="맑은 고딕"/>
              </a:rPr>
              <a:t>번 스레드가 </a:t>
            </a:r>
            <a:r>
              <a:rPr lang="en-US" altLang="ko-KR">
                <a:ea typeface="맑은 고딕"/>
              </a:rPr>
              <a:t>1st</a:t>
            </a:r>
            <a:r>
              <a:rPr lang="ko-KR" altLang="en-US">
                <a:ea typeface="맑은 고딕"/>
              </a:rPr>
              <a:t> </a:t>
            </a:r>
            <a:r>
              <a:rPr lang="en-US" altLang="ko-KR" err="1">
                <a:ea typeface="맑은 고딕"/>
              </a:rPr>
              <a:t>CAS</a:t>
            </a:r>
            <a:r>
              <a:rPr lang="ko-KR" err="1">
                <a:ea typeface="맑은 고딕"/>
              </a:rPr>
              <a:t>를</a:t>
            </a:r>
            <a:r>
              <a:rPr lang="ko-KR">
                <a:ea typeface="맑은 고딕"/>
              </a:rPr>
              <a:t> </a:t>
            </a:r>
            <a:r>
              <a:rPr lang="ko-KR" altLang="en-US" err="1">
                <a:ea typeface="맑은 고딕"/>
              </a:rPr>
              <a:t>할때</a:t>
            </a:r>
            <a:r>
              <a:rPr lang="ko-KR" altLang="en-US">
                <a:ea typeface="맑은 고딕"/>
              </a:rPr>
              <a:t> </a:t>
            </a:r>
            <a:r>
              <a:rPr lang="en-US" altLang="ko-KR" err="1">
                <a:ea typeface="맑은 고딕"/>
              </a:rPr>
              <a:t>next</a:t>
            </a:r>
            <a:r>
              <a:rPr lang="ko-KR" err="1">
                <a:ea typeface="맑은 고딕"/>
              </a:rPr>
              <a:t>가</a:t>
            </a:r>
            <a:r>
              <a:rPr lang="ko-KR">
                <a:ea typeface="맑은 고딕"/>
              </a:rPr>
              <a:t> </a:t>
            </a:r>
            <a:r>
              <a:rPr lang="en-US" altLang="ko-KR" err="1">
                <a:ea typeface="맑은 고딕"/>
              </a:rPr>
              <a:t>nullptr</a:t>
            </a:r>
            <a:r>
              <a:rPr lang="ko-KR" altLang="en-US" err="1">
                <a:ea typeface="맑은 고딕"/>
              </a:rPr>
              <a:t>이니</a:t>
            </a:r>
            <a:r>
              <a:rPr lang="ko-KR" altLang="en-US">
                <a:ea typeface="맑은 고딕"/>
              </a:rPr>
              <a:t> </a:t>
            </a:r>
            <a:r>
              <a:rPr lang="en-US" altLang="ko-KR" err="1">
                <a:ea typeface="맑은 고딕"/>
              </a:rPr>
              <a:t>newNode</a:t>
            </a:r>
            <a:r>
              <a:rPr lang="ko-KR" err="1">
                <a:ea typeface="맑은 고딕"/>
              </a:rPr>
              <a:t>를</a:t>
            </a:r>
            <a:r>
              <a:rPr lang="ko-KR">
                <a:ea typeface="맑은 고딕"/>
              </a:rPr>
              <a:t> </a:t>
            </a:r>
            <a:r>
              <a:rPr lang="en-US" altLang="ko-KR">
                <a:ea typeface="맑은 고딕"/>
              </a:rPr>
              <a:t>2</a:t>
            </a:r>
            <a:r>
              <a:rPr lang="ko-KR" altLang="en-US">
                <a:ea typeface="맑은 고딕"/>
              </a:rPr>
              <a:t>번 </a:t>
            </a:r>
            <a:r>
              <a:rPr lang="ko-KR" altLang="en-US" err="1">
                <a:ea typeface="맑은 고딕"/>
              </a:rPr>
              <a:t>락프리</a:t>
            </a:r>
            <a:r>
              <a:rPr lang="ko-KR" altLang="en-US">
                <a:ea typeface="맑은 고딕"/>
              </a:rPr>
              <a:t> 큐에 </a:t>
            </a:r>
            <a:r>
              <a:rPr lang="ko-KR" altLang="en-US" err="1">
                <a:ea typeface="맑은 고딕"/>
              </a:rPr>
              <a:t>넣어버림</a:t>
            </a:r>
            <a:r>
              <a:rPr lang="en-US" altLang="ko-KR">
                <a:ea typeface="맑은 고딕"/>
              </a:rPr>
              <a:t>.</a:t>
            </a:r>
            <a:r>
              <a:rPr 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그래서 </a:t>
            </a:r>
            <a:r>
              <a:rPr lang="en-US" altLang="ko-KR">
                <a:ea typeface="맑은 고딕"/>
              </a:rPr>
              <a:t>1</a:t>
            </a:r>
            <a:r>
              <a:rPr lang="ko-KR" altLang="en-US">
                <a:ea typeface="맑은 고딕"/>
              </a:rPr>
              <a:t>번 </a:t>
            </a:r>
            <a:r>
              <a:rPr lang="ko-KR" altLang="en-US" err="1">
                <a:ea typeface="맑은 고딕"/>
              </a:rPr>
              <a:t>락프리큐에</a:t>
            </a:r>
            <a:r>
              <a:rPr lang="ko-KR" altLang="en-US">
                <a:ea typeface="맑은 고딕"/>
              </a:rPr>
              <a:t> 넣으려는 데이터가 있는데 </a:t>
            </a:r>
            <a:r>
              <a:rPr lang="en-US" altLang="ko-KR">
                <a:ea typeface="맑은 고딕"/>
              </a:rPr>
              <a:t>1</a:t>
            </a:r>
            <a:r>
              <a:rPr lang="ko-KR">
                <a:ea typeface="맑은 고딕"/>
              </a:rPr>
              <a:t>번 </a:t>
            </a:r>
            <a:r>
              <a:rPr lang="ko-KR" altLang="en-US" err="1">
                <a:ea typeface="맑은 고딕"/>
              </a:rPr>
              <a:t>락프리큐</a:t>
            </a:r>
            <a:r>
              <a:rPr lang="ko-KR" altLang="en-US">
                <a:ea typeface="맑은 고딕"/>
              </a:rPr>
              <a:t> </a:t>
            </a:r>
            <a:r>
              <a:rPr lang="en-US" altLang="ko-KR" err="1">
                <a:ea typeface="맑은 고딕"/>
              </a:rPr>
              <a:t>deq</a:t>
            </a:r>
            <a:r>
              <a:rPr lang="ko-KR" err="1">
                <a:ea typeface="맑은 고딕"/>
              </a:rPr>
              <a:t>해서</a:t>
            </a:r>
            <a:r>
              <a:rPr lang="ko-KR">
                <a:ea typeface="맑은 고딕"/>
              </a:rPr>
              <a:t> </a:t>
            </a:r>
            <a:r>
              <a:rPr lang="ko-KR" altLang="en-US" err="1">
                <a:ea typeface="맑은 고딕"/>
              </a:rPr>
              <a:t>출력할때</a:t>
            </a:r>
            <a:r>
              <a:rPr lang="ko-KR" altLang="en-US">
                <a:ea typeface="맑은 고딕"/>
              </a:rPr>
              <a:t> </a:t>
            </a:r>
            <a:r>
              <a:rPr lang="ko-KR" altLang="en-US" err="1">
                <a:ea typeface="맑은 고딕"/>
              </a:rPr>
              <a:t>안나오고</a:t>
            </a:r>
            <a:r>
              <a:rPr lang="ko-KR" altLang="en-US">
                <a:ea typeface="맑은 고딕"/>
              </a:rPr>
              <a:t> </a:t>
            </a:r>
            <a:r>
              <a:rPr lang="en-US" altLang="ko-KR">
                <a:ea typeface="맑은 고딕"/>
              </a:rPr>
              <a:t>2</a:t>
            </a:r>
            <a:r>
              <a:rPr lang="ko-KR" altLang="en-US">
                <a:ea typeface="맑은 고딕"/>
              </a:rPr>
              <a:t>번 </a:t>
            </a:r>
            <a:r>
              <a:rPr lang="ko-KR" altLang="en-US" err="1">
                <a:ea typeface="맑은 고딕"/>
              </a:rPr>
              <a:t>락프리큐</a:t>
            </a:r>
            <a:r>
              <a:rPr lang="ko-KR" altLang="en-US">
                <a:ea typeface="맑은 고딕"/>
              </a:rPr>
              <a:t> </a:t>
            </a:r>
            <a:r>
              <a:rPr lang="ko-KR" altLang="en-US" err="1">
                <a:ea typeface="맑은 고딕"/>
              </a:rPr>
              <a:t>출력할때</a:t>
            </a:r>
            <a:r>
              <a:rPr lang="ko-KR" altLang="en-US">
                <a:ea typeface="맑은 고딕"/>
              </a:rPr>
              <a:t> 나오게 됨</a:t>
            </a:r>
            <a:r>
              <a:rPr lang="en-US" altLang="ko-KR">
                <a:ea typeface="맑은 고딕"/>
              </a:rPr>
              <a:t>.</a:t>
            </a:r>
            <a:endParaRPr lang="ko-KR" altLang="en-US">
              <a:solidFill>
                <a:srgbClr val="444444"/>
              </a:solidFill>
              <a:ea typeface="맑은 고딕"/>
            </a:endParaRPr>
          </a:p>
          <a:p>
            <a:pPr marL="171450" indent="-171450">
              <a:buFont typeface="Calibri,Sans-Serif"/>
              <a:buChar char="-"/>
            </a:pPr>
            <a:r>
              <a:rPr lang="ko-KR" altLang="en-US">
                <a:ea typeface="맑은 고딕"/>
              </a:rPr>
              <a:t>이걸 해결하려면 </a:t>
            </a:r>
            <a:r>
              <a:rPr lang="en-US" altLang="ko-KR">
                <a:ea typeface="맑은 고딕"/>
              </a:rPr>
              <a:t>1st</a:t>
            </a:r>
            <a:r>
              <a:rPr lang="ko-KR" altLang="en-US">
                <a:ea typeface="맑은 고딕"/>
              </a:rPr>
              <a:t> </a:t>
            </a:r>
            <a:r>
              <a:rPr lang="en-US" altLang="ko-KR">
                <a:ea typeface="맑은 고딕"/>
              </a:rPr>
              <a:t>CAS</a:t>
            </a:r>
            <a:r>
              <a:rPr lang="ko-KR" altLang="en-US" err="1">
                <a:ea typeface="맑은 고딕"/>
              </a:rPr>
              <a:t>할때</a:t>
            </a:r>
            <a:r>
              <a:rPr lang="ko-KR" altLang="en-US">
                <a:ea typeface="맑은 고딕"/>
              </a:rPr>
              <a:t> 조건을 </a:t>
            </a:r>
            <a:r>
              <a:rPr lang="en-US" altLang="ko-KR">
                <a:ea typeface="맑은 고딕"/>
              </a:rPr>
              <a:t>NEXT</a:t>
            </a:r>
            <a:r>
              <a:rPr lang="ko-KR" altLang="en-US">
                <a:ea typeface="맑은 고딕"/>
              </a:rPr>
              <a:t> 뿐 </a:t>
            </a:r>
            <a:r>
              <a:rPr lang="ko-KR">
                <a:ea typeface="맑은 고딕"/>
              </a:rPr>
              <a:t>아니라 </a:t>
            </a:r>
            <a:r>
              <a:rPr lang="ko-KR" altLang="en-US">
                <a:ea typeface="맑은 고딕"/>
              </a:rPr>
              <a:t>큐가 동일한지까지 봐야 함</a:t>
            </a:r>
            <a:r>
              <a:rPr lang="en-US" altLang="ko-KR">
                <a:ea typeface="맑은 고딕"/>
              </a:rPr>
              <a:t>.</a:t>
            </a:r>
            <a:r>
              <a:rPr 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노드 구조체 마다 </a:t>
            </a:r>
            <a:r>
              <a:rPr lang="en-US" altLang="ko-KR">
                <a:ea typeface="맑은 고딕"/>
              </a:rPr>
              <a:t>Queue</a:t>
            </a:r>
            <a:r>
              <a:rPr lang="ko-KR" altLang="en-US">
                <a:ea typeface="맑은 고딕"/>
              </a:rPr>
              <a:t> </a:t>
            </a:r>
            <a:r>
              <a:rPr lang="en-US" altLang="ko-KR" err="1">
                <a:ea typeface="맑은 고딕"/>
              </a:rPr>
              <a:t>ID</a:t>
            </a:r>
            <a:r>
              <a:rPr lang="ko-KR" altLang="en-US" err="1">
                <a:ea typeface="맑은 고딕"/>
              </a:rPr>
              <a:t>라는</a:t>
            </a:r>
            <a:r>
              <a:rPr lang="ko-KR" altLang="en-US">
                <a:ea typeface="맑은 고딕"/>
              </a:rPr>
              <a:t> 멤버 변수를 추가로 두고 </a:t>
            </a:r>
            <a:r>
              <a:rPr lang="en-US" altLang="ko-KR">
                <a:ea typeface="맑은 고딕"/>
              </a:rPr>
              <a:t>Double</a:t>
            </a:r>
            <a:r>
              <a:rPr lang="ko-KR" altLang="en-US">
                <a:ea typeface="맑은 고딕"/>
              </a:rPr>
              <a:t> </a:t>
            </a:r>
            <a:r>
              <a:rPr lang="ko-KR" err="1">
                <a:ea typeface="맑은 고딕"/>
              </a:rPr>
              <a:t>CAS를</a:t>
            </a:r>
            <a:r>
              <a:rPr lang="ko-KR">
                <a:ea typeface="맑은 고딕"/>
              </a:rPr>
              <a:t> </a:t>
            </a:r>
            <a:r>
              <a:rPr lang="ko-KR" altLang="en-US" err="1">
                <a:ea typeface="맑은 고딕"/>
              </a:rPr>
              <a:t>할때</a:t>
            </a:r>
            <a:r>
              <a:rPr lang="ko-KR" altLang="en-US">
                <a:ea typeface="맑은 고딕"/>
              </a:rPr>
              <a:t> 멤버 변수에 저장된 </a:t>
            </a:r>
            <a:r>
              <a:rPr lang="en-US" altLang="ko-KR">
                <a:ea typeface="맑은 고딕"/>
              </a:rPr>
              <a:t>Queue</a:t>
            </a:r>
            <a:r>
              <a:rPr lang="ko-KR" altLang="en-US">
                <a:ea typeface="맑은 고딕"/>
              </a:rPr>
              <a:t> </a:t>
            </a:r>
            <a:r>
              <a:rPr lang="en-US" altLang="ko-KR" err="1">
                <a:ea typeface="맑은 고딕"/>
              </a:rPr>
              <a:t>ID</a:t>
            </a:r>
            <a:r>
              <a:rPr lang="ko-KR" altLang="en-US" err="1">
                <a:ea typeface="맑은 고딕"/>
              </a:rPr>
              <a:t>와</a:t>
            </a:r>
            <a:r>
              <a:rPr lang="ko-KR" altLang="en-US">
                <a:ea typeface="맑은 고딕"/>
              </a:rPr>
              <a:t> 노드 구조체에 있는 </a:t>
            </a:r>
            <a:r>
              <a:rPr lang="en-US" altLang="ko-KR">
                <a:ea typeface="맑은 고딕"/>
              </a:rPr>
              <a:t>Queue</a:t>
            </a:r>
            <a:r>
              <a:rPr lang="ko-KR" altLang="en-US">
                <a:ea typeface="맑은 고딕"/>
              </a:rPr>
              <a:t> </a:t>
            </a:r>
            <a:r>
              <a:rPr lang="en-US" altLang="ko-KR" err="1">
                <a:ea typeface="맑은 고딕"/>
              </a:rPr>
              <a:t>ID</a:t>
            </a:r>
            <a:r>
              <a:rPr lang="ko-KR" altLang="en-US" err="1">
                <a:ea typeface="맑은 고딕"/>
              </a:rPr>
              <a:t>가</a:t>
            </a:r>
            <a:r>
              <a:rPr lang="ko-KR" altLang="en-US">
                <a:ea typeface="맑은 고딕"/>
              </a:rPr>
              <a:t> </a:t>
            </a:r>
            <a:r>
              <a:rPr lang="ko-KR" altLang="en-US" err="1">
                <a:ea typeface="맑은 고딕"/>
              </a:rPr>
              <a:t>같은지</a:t>
            </a:r>
            <a:r>
              <a:rPr lang="ko-KR" altLang="en-US">
                <a:ea typeface="맑은 고딕"/>
              </a:rPr>
              <a:t> 까지 체크해서 </a:t>
            </a:r>
            <a:r>
              <a:rPr lang="en-US" altLang="ko-KR">
                <a:ea typeface="맑은 고딕"/>
              </a:rPr>
              <a:t>1st</a:t>
            </a:r>
            <a:r>
              <a:rPr lang="ko-KR">
                <a:ea typeface="맑은 고딕"/>
              </a:rPr>
              <a:t> </a:t>
            </a:r>
            <a:r>
              <a:rPr lang="en-US" altLang="ko-KR">
                <a:ea typeface="맑은 고딕"/>
              </a:rPr>
              <a:t>CAS</a:t>
            </a:r>
            <a:r>
              <a:rPr lang="ko-KR" err="1">
                <a:ea typeface="맑은 고딕"/>
              </a:rPr>
              <a:t>를</a:t>
            </a:r>
            <a:r>
              <a:rPr 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하도록 </a:t>
            </a:r>
            <a:r>
              <a:rPr lang="ko-KR">
                <a:ea typeface="맑은 고딕"/>
              </a:rPr>
              <a:t>함</a:t>
            </a:r>
            <a:r>
              <a:rPr lang="en-US" altLang="ko-KR">
                <a:ea typeface="맑은 고딕"/>
              </a:rPr>
              <a:t>.</a:t>
            </a:r>
            <a:endParaRPr lang="ko-KR" altLang="en-US">
              <a:ea typeface="맑은 고딕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5452F12-2AED-779A-025C-AC8B9A0DD7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CDE012-9E2E-4477-8B5C-4E7D4E9BCBA6}" type="slidenum">
              <a:rPr lang="en-US" noProof="0" smtClean="0"/>
              <a:t>28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64350337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FB3B82-F908-234B-E418-19EC3BD086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9B77664-6ADF-3487-A783-B64B74A657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369F873-6C64-0290-EBAD-CFE1CBCEFF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>
                <a:ea typeface="맑은 고딕"/>
                <a:cs typeface="Calibri"/>
              </a:rPr>
              <a:t>&lt;대본&gt;</a:t>
            </a:r>
          </a:p>
          <a:p>
            <a:pPr marL="171450" indent="-171450">
              <a:buFont typeface="Calibri"/>
              <a:buChar char="-"/>
            </a:pPr>
            <a:r>
              <a:rPr lang="ko-KR" altLang="en-US">
                <a:ea typeface="맑은 고딕"/>
                <a:cs typeface="Calibri"/>
              </a:rPr>
              <a:t>이제 만든 서버들에 대해서 무중단 테스트를 진행함. 채팅 서버의 경우 인증 처리 없는 버전은 1주일간 </a:t>
            </a:r>
            <a:r>
              <a:rPr lang="ko-KR" altLang="en-US" err="1">
                <a:ea typeface="맑은 고딕"/>
                <a:cs typeface="Calibri"/>
              </a:rPr>
              <a:t>무중단</a:t>
            </a:r>
            <a:r>
              <a:rPr lang="ko-KR" altLang="en-US">
                <a:ea typeface="맑은 고딕"/>
                <a:cs typeface="Calibri"/>
              </a:rPr>
              <a:t> 테스트를 하여서 위와 같은 결과를 유지하였음.</a:t>
            </a:r>
          </a:p>
          <a:p>
            <a:pPr marL="171450" indent="-171450">
              <a:buFont typeface="Calibri"/>
              <a:buChar char="-"/>
            </a:pPr>
            <a:r>
              <a:rPr lang="ko-KR" altLang="en-US">
                <a:ea typeface="맑은 고딕"/>
                <a:cs typeface="Calibri"/>
              </a:rPr>
              <a:t>로그인 서버 및 채팅서버 연동 테스트의 경우 5일 </a:t>
            </a:r>
            <a:r>
              <a:rPr lang="ko-KR" altLang="en-US" err="1">
                <a:ea typeface="맑은 고딕"/>
                <a:cs typeface="Calibri"/>
              </a:rPr>
              <a:t>무중단</a:t>
            </a:r>
            <a:r>
              <a:rPr lang="ko-KR" altLang="en-US">
                <a:ea typeface="맑은 고딕"/>
                <a:cs typeface="Calibri"/>
              </a:rPr>
              <a:t> 테스트를 하였을 때 위와 같은 결과가 나왔음.</a:t>
            </a:r>
          </a:p>
          <a:p>
            <a:pPr marL="171450" indent="-171450">
              <a:buFont typeface="Calibri"/>
              <a:buChar char="-"/>
            </a:pPr>
            <a:r>
              <a:rPr lang="ko-KR" altLang="en-US">
                <a:ea typeface="맑은 고딕"/>
                <a:cs typeface="Calibri"/>
              </a:rPr>
              <a:t>마지막으로 게임 서버의 경우 연결 끊김 테스트를 진행하였을 때 위와 같은 결과가 나왔음. 게임 서버의 경우 다른 서버 테스트하는 더미 프로그램과 달리 자체적으로 연결을 끊어주는 기능이 없어서 그냥 1주일 테스트 후 </a:t>
            </a:r>
            <a:r>
              <a:rPr lang="ko-KR" altLang="en-US" err="1">
                <a:ea typeface="맑은 고딕"/>
                <a:cs typeface="Calibri"/>
              </a:rPr>
              <a:t>send를</a:t>
            </a:r>
            <a:r>
              <a:rPr lang="ko-KR" altLang="en-US">
                <a:ea typeface="맑은 고딕"/>
                <a:cs typeface="Calibri"/>
              </a:rPr>
              <a:t> 종료하여 직렬화 버퍼만 제대로 반납되는 것을 확인함.</a:t>
            </a:r>
          </a:p>
          <a:p>
            <a:pPr marL="171450" indent="-171450">
              <a:buFont typeface="Calibri"/>
              <a:buChar char="-"/>
            </a:pPr>
            <a:r>
              <a:rPr lang="ko-KR" altLang="en-US">
                <a:ea typeface="맑은 고딕"/>
                <a:cs typeface="Calibri"/>
              </a:rPr>
              <a:t>채팅 서버나 로그인 서버의 경우 더미 프로그램 자체적으로 연결 끊는 기능이 있어서 잘 끊어져서 버퍼나 유저, 세션 정리 </a:t>
            </a:r>
            <a:r>
              <a:rPr lang="ko-KR" altLang="en-US" err="1">
                <a:ea typeface="맑은 고딕"/>
                <a:cs typeface="Calibri"/>
              </a:rPr>
              <a:t>되는거</a:t>
            </a:r>
            <a:r>
              <a:rPr lang="ko-KR" altLang="en-US">
                <a:ea typeface="맑은 고딕"/>
                <a:cs typeface="Calibri"/>
              </a:rPr>
              <a:t> 확인 가능하나 게임 서버는 기능 존재하지 않음. 그래서 중지 하고 프로그램 닫는 식으로 진행함. </a:t>
            </a:r>
            <a:endParaRPr lang="ko-KR">
              <a:ea typeface="맑은 고딕"/>
              <a:cs typeface="Calibri" panose="020F0502020204030204"/>
            </a:endParaRPr>
          </a:p>
          <a:p>
            <a:pPr marL="171450" indent="-171450">
              <a:buFont typeface="Calibri"/>
              <a:buChar char="-"/>
            </a:pPr>
            <a:r>
              <a:rPr lang="ko-KR" altLang="en-US">
                <a:ea typeface="맑은 고딕"/>
                <a:cs typeface="Calibri"/>
              </a:rPr>
              <a:t>다만 게임 서버에서 더미 프로그램을 강제 종료하면 rst 유실로 인해 서버가 인지 못하는 상황이 발생해서 세션이나 유저가 잔존해 있는 경우 있음. 이때 </a:t>
            </a:r>
            <a:r>
              <a:rPr lang="ko-KR" altLang="en-US" err="1">
                <a:ea typeface="맑은 고딕"/>
                <a:cs typeface="Calibri"/>
              </a:rPr>
              <a:t>cmd</a:t>
            </a:r>
            <a:r>
              <a:rPr lang="ko-KR" altLang="en-US">
                <a:ea typeface="맑은 고딕"/>
                <a:cs typeface="Calibri"/>
              </a:rPr>
              <a:t> </a:t>
            </a:r>
            <a:r>
              <a:rPr lang="ko-KR" altLang="en-US" err="1">
                <a:ea typeface="맑은 고딕"/>
                <a:cs typeface="Calibri"/>
              </a:rPr>
              <a:t>nestat</a:t>
            </a:r>
            <a:r>
              <a:rPr lang="ko-KR" altLang="en-US">
                <a:ea typeface="맑은 고딕"/>
                <a:cs typeface="Calibri"/>
              </a:rPr>
              <a:t> 확인해서 </a:t>
            </a:r>
            <a:r>
              <a:rPr lang="ko-KR" altLang="en-US" err="1">
                <a:ea typeface="맑은 고딕"/>
                <a:cs typeface="Calibri"/>
              </a:rPr>
              <a:t>established</a:t>
            </a:r>
            <a:r>
              <a:rPr lang="ko-KR" altLang="en-US">
                <a:ea typeface="맑은 고딕"/>
                <a:cs typeface="Calibri"/>
              </a:rPr>
              <a:t> 소켓 개수 </a:t>
            </a:r>
            <a:r>
              <a:rPr lang="ko-KR" altLang="en-US" err="1">
                <a:ea typeface="맑은 고딕"/>
                <a:cs typeface="Calibri"/>
              </a:rPr>
              <a:t>확인해봄</a:t>
            </a:r>
            <a:r>
              <a:rPr lang="ko-KR" altLang="en-US">
                <a:ea typeface="맑은 고딕"/>
                <a:cs typeface="Calibri"/>
              </a:rPr>
              <a:t>. </a:t>
            </a:r>
            <a:r>
              <a:rPr lang="ko-KR" altLang="en-US" err="1">
                <a:ea typeface="맑은 고딕"/>
                <a:cs typeface="Calibri"/>
              </a:rPr>
              <a:t>Rst</a:t>
            </a:r>
            <a:r>
              <a:rPr lang="ko-KR" altLang="en-US">
                <a:ea typeface="맑은 고딕"/>
                <a:cs typeface="Calibri"/>
              </a:rPr>
              <a:t> 유실인지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AEA04E5-A1A5-48C4-2D82-A3053BC1EC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CDE012-9E2E-4477-8B5C-4E7D4E9BCBA6}" type="slidenum">
              <a:rPr lang="en-US" noProof="0" smtClean="0"/>
              <a:t>29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79362470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CEC869-9F90-0D28-7C22-1C70D88542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B591B9F-08D6-5FD9-8C05-063E4DFE0F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AB91570-13CD-41DB-FC54-4A2B9A7CE6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&lt;</a:t>
            </a:r>
            <a:r>
              <a:rPr lang="ko-KR"/>
              <a:t>대본</a:t>
            </a:r>
            <a:r>
              <a:rPr lang="en-US" altLang="ko-KR"/>
              <a:t>&gt;</a:t>
            </a:r>
            <a:endParaRPr lang="ko-KR" altLang="en-US">
              <a:solidFill>
                <a:srgbClr val="444444"/>
              </a:solidFill>
            </a:endParaRPr>
          </a:p>
          <a:p>
            <a:pPr marL="171450" indent="-171450">
              <a:buFont typeface="Calibri,Sans-Serif"/>
              <a:buChar char="-"/>
            </a:pPr>
            <a:r>
              <a:rPr lang="ko-KR" altLang="en-US">
                <a:ea typeface="맑은 고딕"/>
              </a:rPr>
              <a:t>우선 목적은 스레드 수가 변하면서 </a:t>
            </a:r>
            <a:r>
              <a:rPr lang="en-US" altLang="ko-KR" err="1">
                <a:ea typeface="맑은 고딕"/>
              </a:rPr>
              <a:t>Spinlock</a:t>
            </a:r>
            <a:r>
              <a:rPr lang="en-US" altLang="ko-KR">
                <a:ea typeface="맑은 고딕"/>
              </a:rPr>
              <a:t>,</a:t>
            </a:r>
            <a:r>
              <a:rPr lang="ko-KR" altLang="en-US">
                <a:ea typeface="맑은 고딕"/>
              </a:rPr>
              <a:t> </a:t>
            </a:r>
            <a:r>
              <a:rPr lang="en-US" altLang="ko-KR" err="1">
                <a:ea typeface="맑은 고딕"/>
              </a:rPr>
              <a:t>srwlock</a:t>
            </a:r>
            <a:r>
              <a:rPr lang="en-US" altLang="ko-KR">
                <a:ea typeface="맑은 고딕"/>
              </a:rPr>
              <a:t>,</a:t>
            </a:r>
            <a:r>
              <a:rPr lang="ko-KR" altLang="en-US">
                <a:ea typeface="맑은 고딕"/>
              </a:rPr>
              <a:t> </a:t>
            </a:r>
            <a:r>
              <a:rPr lang="en-US" altLang="ko-KR" err="1">
                <a:ea typeface="맑은 고딕"/>
              </a:rPr>
              <a:t>lockfree</a:t>
            </a:r>
            <a:r>
              <a:rPr lang="ko-KR" altLang="en-US">
                <a:ea typeface="맑은 고딕"/>
              </a:rPr>
              <a:t> 성능이 차이가 어떻게 나는지 보려는 것임</a:t>
            </a:r>
            <a:r>
              <a:rPr lang="en-US" altLang="ko-KR">
                <a:ea typeface="맑은 고딕"/>
              </a:rPr>
              <a:t>.</a:t>
            </a:r>
            <a:endParaRPr lang="ko-KR" altLang="en-US">
              <a:solidFill>
                <a:srgbClr val="444444"/>
              </a:solidFill>
              <a:ea typeface="맑은 고딕"/>
            </a:endParaRPr>
          </a:p>
          <a:p>
            <a:pPr marL="171450" indent="-171450">
              <a:buFont typeface="Calibri,Sans-Serif"/>
              <a:buChar char="-"/>
            </a:pPr>
            <a:r>
              <a:rPr lang="ko-KR" altLang="en-US">
                <a:ea typeface="맑은 고딕"/>
              </a:rPr>
              <a:t>방법은 </a:t>
            </a:r>
            <a:r>
              <a:rPr lang="en-US" altLang="ko-KR">
                <a:ea typeface="맑은 고딕"/>
              </a:rPr>
              <a:t>10</a:t>
            </a:r>
            <a:r>
              <a:rPr lang="ko-KR" altLang="en-US">
                <a:ea typeface="맑은 고딕"/>
              </a:rPr>
              <a:t>분동안 스레드마다 한번의 루프마다 </a:t>
            </a:r>
            <a:r>
              <a:rPr lang="en-US" altLang="ko-KR" err="1">
                <a:ea typeface="맑은 고딕"/>
              </a:rPr>
              <a:t>Lock</a:t>
            </a:r>
            <a:r>
              <a:rPr lang="ko-KR" altLang="en-US" err="1">
                <a:ea typeface="맑은 고딕"/>
              </a:rPr>
              <a:t>걸고</a:t>
            </a:r>
            <a:r>
              <a:rPr lang="ko-KR" altLang="en-US">
                <a:ea typeface="맑은 고딕"/>
              </a:rPr>
              <a:t> </a:t>
            </a:r>
            <a:r>
              <a:rPr lang="en-US" altLang="ko-KR" err="1">
                <a:ea typeface="맑은 고딕"/>
              </a:rPr>
              <a:t>Push</a:t>
            </a:r>
            <a:r>
              <a:rPr lang="en-US" altLang="ko-KR">
                <a:ea typeface="맑은 고딕"/>
              </a:rPr>
              <a:t>,</a:t>
            </a:r>
            <a:r>
              <a:rPr lang="ko-KR" altLang="en-US">
                <a:ea typeface="맑은 고딕"/>
              </a:rPr>
              <a:t> </a:t>
            </a:r>
            <a:r>
              <a:rPr lang="en-US" altLang="ko-KR" err="1">
                <a:ea typeface="맑은 고딕"/>
              </a:rPr>
              <a:t>Pop</a:t>
            </a:r>
            <a:r>
              <a:rPr lang="ko-KR" altLang="en-US" err="1">
                <a:ea typeface="맑은 고딕"/>
              </a:rPr>
              <a:t>을</a:t>
            </a:r>
            <a:r>
              <a:rPr lang="ko-KR" altLang="en-US">
                <a:ea typeface="맑은 고딕"/>
              </a:rPr>
              <a:t> 하고 </a:t>
            </a:r>
            <a:r>
              <a:rPr lang="en-US" altLang="ko-KR" err="1">
                <a:ea typeface="맑은 고딕"/>
              </a:rPr>
              <a:t>Lock</a:t>
            </a:r>
            <a:r>
              <a:rPr lang="ko-KR" altLang="en-US">
                <a:ea typeface="맑은 고딕"/>
              </a:rPr>
              <a:t> 푸는데 </a:t>
            </a:r>
            <a:r>
              <a:rPr lang="ko-KR" altLang="en-US" err="1">
                <a:ea typeface="맑은 고딕"/>
              </a:rPr>
              <a:t>락</a:t>
            </a:r>
            <a:r>
              <a:rPr lang="ko-KR" altLang="en-US">
                <a:ea typeface="맑은 고딕"/>
              </a:rPr>
              <a:t> 풀고 나서 카운트를 올림</a:t>
            </a:r>
            <a:r>
              <a:rPr lang="en-US" altLang="ko-KR">
                <a:ea typeface="맑은 고딕"/>
              </a:rPr>
              <a:t>.</a:t>
            </a:r>
            <a:r>
              <a:rPr lang="ko-KR" altLang="en-US">
                <a:ea typeface="맑은 고딕"/>
              </a:rPr>
              <a:t> 그래서 </a:t>
            </a:r>
            <a:r>
              <a:rPr lang="en-US" altLang="ko-KR">
                <a:ea typeface="맑은 고딕"/>
              </a:rPr>
              <a:t>10</a:t>
            </a:r>
            <a:r>
              <a:rPr lang="ko-KR" altLang="en-US">
                <a:ea typeface="맑은 고딕"/>
              </a:rPr>
              <a:t>분동안 각 스레드가 올린 </a:t>
            </a:r>
            <a:r>
              <a:rPr lang="ko-KR" altLang="en-US" err="1">
                <a:ea typeface="맑은 고딕"/>
              </a:rPr>
              <a:t>카운트값을</a:t>
            </a:r>
            <a:r>
              <a:rPr lang="ko-KR" altLang="en-US">
                <a:ea typeface="맑은 고딕"/>
              </a:rPr>
              <a:t> 취합해서 가장 높게 올린 방식이 성능이 좋은 것으로 판단함</a:t>
            </a:r>
            <a:r>
              <a:rPr lang="en-US" altLang="ko-KR">
                <a:ea typeface="맑은 고딕"/>
              </a:rPr>
              <a:t>.</a:t>
            </a:r>
            <a:endParaRPr lang="ko-KR" altLang="en-US">
              <a:solidFill>
                <a:srgbClr val="444444"/>
              </a:solidFill>
              <a:ea typeface="맑은 고딕"/>
            </a:endParaRPr>
          </a:p>
          <a:p>
            <a:pPr marL="171450" indent="-171450">
              <a:buFont typeface="Calibri,Sans-Serif"/>
              <a:buChar char="-"/>
            </a:pPr>
            <a:r>
              <a:rPr lang="ko-KR" altLang="en-US">
                <a:ea typeface="맑은 고딕"/>
              </a:rPr>
              <a:t>테스트 환경은 이와 같고 중요한 것은 </a:t>
            </a:r>
            <a:r>
              <a:rPr lang="en-US" altLang="ko-KR">
                <a:ea typeface="맑은 고딕"/>
              </a:rPr>
              <a:t>SRWLOCK,</a:t>
            </a:r>
            <a:r>
              <a:rPr lang="ko-KR" altLang="en-US">
                <a:ea typeface="맑은 고딕"/>
              </a:rPr>
              <a:t> </a:t>
            </a:r>
            <a:r>
              <a:rPr lang="en-US" altLang="ko-KR">
                <a:ea typeface="맑은 고딕"/>
              </a:rPr>
              <a:t>SPINLOCK</a:t>
            </a:r>
            <a:r>
              <a:rPr lang="ko-KR" altLang="en-US">
                <a:ea typeface="맑은 고딕"/>
              </a:rPr>
              <a:t> </a:t>
            </a:r>
            <a:r>
              <a:rPr lang="ko-KR" altLang="en-US" err="1">
                <a:ea typeface="맑은 고딕"/>
              </a:rPr>
              <a:t>쓸때</a:t>
            </a:r>
            <a:r>
              <a:rPr lang="ko-KR" altLang="en-US">
                <a:ea typeface="맑은 고딕"/>
              </a:rPr>
              <a:t> 사용한 스택도 </a:t>
            </a:r>
            <a:r>
              <a:rPr lang="ko-KR" altLang="en-US" err="1">
                <a:ea typeface="맑은 고딕"/>
              </a:rPr>
              <a:t>락프리</a:t>
            </a:r>
            <a:r>
              <a:rPr lang="ko-KR" altLang="en-US">
                <a:ea typeface="맑은 고딕"/>
              </a:rPr>
              <a:t> 스택에서 </a:t>
            </a:r>
            <a:r>
              <a:rPr lang="en-US" altLang="ko-KR">
                <a:ea typeface="맑은 고딕"/>
              </a:rPr>
              <a:t>CAS</a:t>
            </a:r>
            <a:r>
              <a:rPr lang="ko-KR" altLang="en-US">
                <a:ea typeface="맑은 고딕"/>
              </a:rPr>
              <a:t> 작업 </a:t>
            </a:r>
            <a:r>
              <a:rPr lang="ko-KR" altLang="en-US" err="1">
                <a:ea typeface="맑은 고딕"/>
              </a:rPr>
              <a:t>빼버린</a:t>
            </a:r>
            <a:r>
              <a:rPr lang="ko-KR" altLang="en-US">
                <a:ea typeface="맑은 고딕"/>
              </a:rPr>
              <a:t> 스택 버전으로 바꿈</a:t>
            </a:r>
            <a:r>
              <a:rPr lang="en-US" altLang="ko-KR">
                <a:ea typeface="맑은 고딕"/>
              </a:rPr>
              <a:t>.</a:t>
            </a:r>
            <a:r>
              <a:rPr lang="ko-KR" altLang="en-US">
                <a:ea typeface="맑은 고딕"/>
              </a:rPr>
              <a:t> 최대한 동기화 방식 말고 다른 영향으로 성능에 영향 가는 것을 배제하려고 함</a:t>
            </a:r>
            <a:r>
              <a:rPr lang="en-US" altLang="ko-KR">
                <a:ea typeface="맑은 고딕"/>
              </a:rPr>
              <a:t>.</a:t>
            </a:r>
            <a:endParaRPr lang="ko-KR" altLang="en-US">
              <a:solidFill>
                <a:srgbClr val="444444"/>
              </a:solidFill>
              <a:ea typeface="맑은 고딕"/>
            </a:endParaRPr>
          </a:p>
          <a:p>
            <a:pPr marL="171450" indent="-171450">
              <a:buFont typeface="Calibri,Sans-Serif"/>
              <a:buChar char="-"/>
            </a:pPr>
            <a:r>
              <a:rPr lang="ko-KR" altLang="en-US">
                <a:ea typeface="맑은 고딕"/>
              </a:rPr>
              <a:t>측정 지표는 성공 카운트 </a:t>
            </a:r>
            <a:r>
              <a:rPr lang="en-US" altLang="ko-KR">
                <a:ea typeface="맑은 고딕"/>
              </a:rPr>
              <a:t>,</a:t>
            </a:r>
            <a:r>
              <a:rPr lang="ko-KR" altLang="en-US">
                <a:ea typeface="맑은 고딕"/>
              </a:rPr>
              <a:t> </a:t>
            </a:r>
            <a:r>
              <a:rPr lang="en-US" altLang="ko-KR" err="1">
                <a:ea typeface="맑은 고딕"/>
              </a:rPr>
              <a:t>Spinlock</a:t>
            </a:r>
            <a:r>
              <a:rPr lang="en-US" altLang="ko-KR">
                <a:ea typeface="맑은 고딕"/>
              </a:rPr>
              <a:t>,</a:t>
            </a:r>
            <a:r>
              <a:rPr lang="ko-KR" altLang="en-US">
                <a:ea typeface="맑은 고딕"/>
              </a:rPr>
              <a:t> </a:t>
            </a:r>
            <a:r>
              <a:rPr lang="en-US" altLang="ko-KR" err="1">
                <a:ea typeface="맑은 고딕"/>
              </a:rPr>
              <a:t>srwlock</a:t>
            </a:r>
            <a:r>
              <a:rPr lang="ko-KR" altLang="en-US">
                <a:ea typeface="맑은 고딕"/>
              </a:rPr>
              <a:t> 전 후 시간 체크해서 임계 영역 진입 시간 체크</a:t>
            </a:r>
            <a:r>
              <a:rPr lang="en-US" altLang="ko-KR">
                <a:ea typeface="맑은 고딕"/>
              </a:rPr>
              <a:t>,</a:t>
            </a:r>
            <a:r>
              <a:rPr lang="ko-KR" altLang="en-US">
                <a:ea typeface="맑은 고딕"/>
              </a:rPr>
              <a:t> 초당 컨텍스트 </a:t>
            </a:r>
            <a:r>
              <a:rPr lang="ko-KR" altLang="en-US" err="1">
                <a:ea typeface="맑은 고딕"/>
              </a:rPr>
              <a:t>스위칭</a:t>
            </a:r>
            <a:r>
              <a:rPr lang="ko-KR" altLang="en-US">
                <a:ea typeface="맑은 고딕"/>
              </a:rPr>
              <a:t> 값</a:t>
            </a:r>
            <a:r>
              <a:rPr lang="en-US" altLang="ko-KR">
                <a:ea typeface="맑은 고딕"/>
              </a:rPr>
              <a:t>,</a:t>
            </a:r>
            <a:r>
              <a:rPr lang="ko-KR" altLang="en-US">
                <a:ea typeface="맑은 고딕"/>
              </a:rPr>
              <a:t> </a:t>
            </a:r>
            <a:r>
              <a:rPr lang="en-US" altLang="ko-KR" err="1">
                <a:ea typeface="맑은 고딕"/>
              </a:rPr>
              <a:t>cpu</a:t>
            </a:r>
            <a:r>
              <a:rPr lang="ko-KR" altLang="en-US">
                <a:ea typeface="맑은 고딕"/>
              </a:rPr>
              <a:t> 사용률</a:t>
            </a:r>
            <a:r>
              <a:rPr lang="en-US" altLang="ko-KR">
                <a:ea typeface="맑은 고딕"/>
              </a:rPr>
              <a:t>,</a:t>
            </a:r>
            <a:r>
              <a:rPr lang="ko-KR" altLang="en-US">
                <a:ea typeface="맑은 고딕"/>
              </a:rPr>
              <a:t> </a:t>
            </a:r>
            <a:r>
              <a:rPr lang="en-US" altLang="ko-KR" err="1">
                <a:ea typeface="맑은 고딕"/>
              </a:rPr>
              <a:t>interlock</a:t>
            </a:r>
            <a:r>
              <a:rPr lang="ko-KR" altLang="en-US">
                <a:ea typeface="맑은 고딕"/>
              </a:rPr>
              <a:t> 시도 </a:t>
            </a:r>
            <a:r>
              <a:rPr lang="en-US" altLang="ko-KR" err="1">
                <a:ea typeface="맑은 고딕"/>
              </a:rPr>
              <a:t>counting</a:t>
            </a:r>
            <a:r>
              <a:rPr lang="ko-KR" altLang="en-US" err="1">
                <a:ea typeface="맑은 고딕"/>
              </a:rPr>
              <a:t>과</a:t>
            </a:r>
            <a:r>
              <a:rPr lang="ko-KR" altLang="en-US">
                <a:ea typeface="맑은 고딕"/>
              </a:rPr>
              <a:t> 실패 </a:t>
            </a:r>
            <a:r>
              <a:rPr lang="ko-KR" altLang="en-US" err="1">
                <a:ea typeface="맑은 고딕"/>
              </a:rPr>
              <a:t>카운팅</a:t>
            </a:r>
            <a:r>
              <a:rPr lang="en-US" altLang="ko-KR">
                <a:ea typeface="맑은 고딕"/>
              </a:rPr>
              <a:t>,</a:t>
            </a:r>
            <a:r>
              <a:rPr lang="ko-KR" altLang="en-US">
                <a:ea typeface="맑은 고딕"/>
              </a:rPr>
              <a:t> 성공 </a:t>
            </a:r>
            <a:r>
              <a:rPr lang="ko-KR" altLang="en-US" err="1">
                <a:ea typeface="맑은 고딕"/>
              </a:rPr>
              <a:t>카운팅해서</a:t>
            </a:r>
            <a:r>
              <a:rPr lang="ko-KR" altLang="en-US">
                <a:ea typeface="맑은 고딕"/>
              </a:rPr>
              <a:t> 성공률과 실패율을 측정함</a:t>
            </a:r>
            <a:r>
              <a:rPr lang="en-US" altLang="ko-KR">
                <a:ea typeface="맑은 고딕"/>
              </a:rPr>
              <a:t>.</a:t>
            </a:r>
            <a:endParaRPr lang="ko-KR" altLang="en-US">
              <a:ea typeface="맑은 고딕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41EC5F1-8C74-CC8A-C101-799EFBAD00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CDE012-9E2E-4477-8B5C-4E7D4E9BCBA6}" type="slidenum">
              <a:rPr lang="en-US" noProof="0" smtClean="0"/>
              <a:t>30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81762527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5D0EE7-2BB5-1758-E155-1D17289C7E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B10D80E-1B56-137D-5A40-F87D288519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8F614A7-DDB5-1372-6CF3-F2BBA62404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>
                <a:ea typeface="맑은 고딕"/>
              </a:rPr>
              <a:t>&lt;대본&gt;</a:t>
            </a:r>
            <a:endParaRPr lang="en-US">
              <a:solidFill>
                <a:srgbClr val="444444"/>
              </a:solidFill>
              <a:ea typeface="맑은 고딕"/>
            </a:endParaRPr>
          </a:p>
          <a:p>
            <a:pPr marL="171450" indent="-171450">
              <a:buFont typeface="Calibri,Sans-Serif"/>
              <a:buChar char="-"/>
            </a:pPr>
            <a:r>
              <a:rPr lang="ko-KR">
                <a:ea typeface="맑은 고딕"/>
              </a:rPr>
              <a:t>우선 테스트 결과 단일 스레드에서는 </a:t>
            </a:r>
            <a:r>
              <a:rPr lang="ko-KR" err="1">
                <a:ea typeface="맑은 고딕"/>
              </a:rPr>
              <a:t>srwlock이나</a:t>
            </a:r>
            <a:r>
              <a:rPr lang="ko-KR">
                <a:ea typeface="맑은 고딕"/>
              </a:rPr>
              <a:t> </a:t>
            </a:r>
            <a:r>
              <a:rPr lang="ko-KR" err="1">
                <a:ea typeface="맑은 고딕"/>
              </a:rPr>
              <a:t>spinlock이나</a:t>
            </a:r>
            <a:r>
              <a:rPr lang="ko-KR">
                <a:ea typeface="맑은 고딕"/>
              </a:rPr>
              <a:t> 비슷하고 </a:t>
            </a:r>
            <a:r>
              <a:rPr lang="ko-KR" err="1">
                <a:ea typeface="맑은 고딕"/>
              </a:rPr>
              <a:t>lockfree가</a:t>
            </a:r>
            <a:r>
              <a:rPr lang="ko-KR">
                <a:ea typeface="맑은 고딕"/>
              </a:rPr>
              <a:t> 더 떨어짐.</a:t>
            </a:r>
            <a:endParaRPr lang="en-US">
              <a:solidFill>
                <a:srgbClr val="444444"/>
              </a:solidFill>
              <a:ea typeface="맑은 고딕"/>
            </a:endParaRPr>
          </a:p>
          <a:p>
            <a:pPr marL="171450" indent="-171450">
              <a:buFont typeface="Calibri,Sans-Serif"/>
              <a:buChar char="-"/>
            </a:pPr>
            <a:r>
              <a:rPr lang="ko-KR">
                <a:ea typeface="맑은 고딕"/>
              </a:rPr>
              <a:t>그런데 스레드 </a:t>
            </a:r>
            <a:r>
              <a:rPr lang="ko-KR" err="1">
                <a:ea typeface="맑은 고딕"/>
              </a:rPr>
              <a:t>갯수가</a:t>
            </a:r>
            <a:r>
              <a:rPr lang="ko-KR">
                <a:ea typeface="맑은 고딕"/>
              </a:rPr>
              <a:t> 늘어나는 순간 </a:t>
            </a:r>
            <a:r>
              <a:rPr lang="ko-KR" err="1">
                <a:ea typeface="맑은 고딕"/>
              </a:rPr>
              <a:t>spinlock</a:t>
            </a:r>
            <a:r>
              <a:rPr lang="ko-KR">
                <a:ea typeface="맑은 고딕"/>
              </a:rPr>
              <a:t>, </a:t>
            </a:r>
            <a:r>
              <a:rPr lang="ko-KR" err="1">
                <a:ea typeface="맑은 고딕"/>
              </a:rPr>
              <a:t>lockfree의</a:t>
            </a:r>
            <a:r>
              <a:rPr lang="ko-KR">
                <a:ea typeface="맑은 고딕"/>
              </a:rPr>
              <a:t> 성능이 확 떨어지는 반면 </a:t>
            </a:r>
            <a:r>
              <a:rPr lang="ko-KR" err="1">
                <a:ea typeface="맑은 고딕"/>
              </a:rPr>
              <a:t>srwlock</a:t>
            </a:r>
            <a:r>
              <a:rPr lang="ko-KR">
                <a:ea typeface="맑은 고딕"/>
              </a:rPr>
              <a:t> 성능은 하락폭이 크지 않음.</a:t>
            </a:r>
            <a:endParaRPr lang="en-US">
              <a:solidFill>
                <a:srgbClr val="444444"/>
              </a:solidFill>
              <a:ea typeface="맑은 고딕"/>
            </a:endParaRPr>
          </a:p>
          <a:p>
            <a:pPr marL="171450" indent="-171450">
              <a:buFont typeface="Calibri,Sans-Serif"/>
              <a:buChar char="-"/>
            </a:pPr>
            <a:r>
              <a:rPr lang="ko-KR">
                <a:ea typeface="맑은 고딕"/>
              </a:rPr>
              <a:t>그리고 스레드 </a:t>
            </a:r>
            <a:r>
              <a:rPr lang="ko-KR" err="1">
                <a:ea typeface="맑은 고딕"/>
              </a:rPr>
              <a:t>갯수를</a:t>
            </a:r>
            <a:r>
              <a:rPr lang="ko-KR">
                <a:ea typeface="맑은 고딕"/>
              </a:rPr>
              <a:t> 논리 코어 개수 이상으로 올려도 </a:t>
            </a:r>
            <a:r>
              <a:rPr lang="ko-KR" err="1">
                <a:ea typeface="맑은 고딕"/>
              </a:rPr>
              <a:t>srwlock이</a:t>
            </a:r>
            <a:r>
              <a:rPr lang="ko-KR">
                <a:ea typeface="맑은 고딕"/>
              </a:rPr>
              <a:t> 성능이 좋고 그 다음이 </a:t>
            </a:r>
            <a:r>
              <a:rPr lang="ko-KR" err="1">
                <a:ea typeface="맑은 고딕"/>
              </a:rPr>
              <a:t>lockfree</a:t>
            </a:r>
            <a:r>
              <a:rPr lang="ko-KR">
                <a:ea typeface="맑은 고딕"/>
              </a:rPr>
              <a:t>, </a:t>
            </a:r>
            <a:r>
              <a:rPr lang="ko-KR" err="1">
                <a:ea typeface="맑은 고딕"/>
              </a:rPr>
              <a:t>spinlock이</a:t>
            </a:r>
            <a:r>
              <a:rPr lang="ko-KR">
                <a:ea typeface="맑은 고딕"/>
              </a:rPr>
              <a:t> 제일 성능이 좋지 않았음.</a:t>
            </a:r>
            <a:endParaRPr lang="ko-KR">
              <a:ea typeface="맑은 고딕"/>
              <a:cs typeface="Calibri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E86CE14-9456-5970-3797-7A9A7D3866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CDE012-9E2E-4477-8B5C-4E7D4E9BCBA6}" type="slidenum">
              <a:rPr lang="en-US" noProof="0" smtClean="0"/>
              <a:t>31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84384781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6E004E-1AB8-83C6-427E-AB02FEB8FF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8724E64-3E59-D0A0-D03F-889E6F6F86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E1C24BB-1501-D4D8-B3B1-8D8F069ED2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/>
              <a:t>&lt;대본&gt;</a:t>
            </a:r>
            <a:endParaRPr lang="ko-KR" altLang="en-US">
              <a:solidFill>
                <a:srgbClr val="444444"/>
              </a:solidFill>
            </a:endParaRPr>
          </a:p>
          <a:p>
            <a:pPr marL="171450" indent="-171450">
              <a:buFont typeface="Calibri,Sans-Serif"/>
              <a:buChar char="-"/>
            </a:pPr>
            <a:r>
              <a:rPr lang="ko-KR" altLang="en-US">
                <a:ea typeface="맑은 고딕"/>
              </a:rPr>
              <a:t>단일 </a:t>
            </a:r>
            <a:r>
              <a:rPr lang="ko-KR">
                <a:ea typeface="맑은 고딕"/>
              </a:rPr>
              <a:t>스레드 결과 지표인데 </a:t>
            </a:r>
            <a:r>
              <a:rPr lang="ko-KR" altLang="en-US">
                <a:ea typeface="맑은 고딕"/>
              </a:rPr>
              <a:t>단일</a:t>
            </a:r>
            <a:r>
              <a:rPr lang="ko-KR">
                <a:ea typeface="맑은 고딕"/>
              </a:rPr>
              <a:t> 스레드에서는 어차피 </a:t>
            </a:r>
            <a:r>
              <a:rPr lang="ko-KR" err="1">
                <a:ea typeface="맑은 고딕"/>
              </a:rPr>
              <a:t>srwlock이나</a:t>
            </a:r>
            <a:r>
              <a:rPr lang="ko-KR">
                <a:ea typeface="맑은 고딕"/>
              </a:rPr>
              <a:t> </a:t>
            </a:r>
            <a:r>
              <a:rPr lang="ko-KR" err="1">
                <a:ea typeface="맑은 고딕"/>
              </a:rPr>
              <a:t>spinlock이나</a:t>
            </a:r>
            <a:r>
              <a:rPr lang="ko-KR">
                <a:ea typeface="맑은 고딕"/>
              </a:rPr>
              <a:t> 그냥 </a:t>
            </a:r>
            <a:r>
              <a:rPr lang="ko-KR" err="1">
                <a:ea typeface="맑은 고딕"/>
              </a:rPr>
              <a:t>interlock으로</a:t>
            </a:r>
            <a:r>
              <a:rPr lang="ko-KR">
                <a:ea typeface="맑은 고딕"/>
              </a:rPr>
              <a:t> 소유권 체크하고 소유권 바로 확보해서 통과하니 성능이 비슷한 반면 </a:t>
            </a:r>
            <a:r>
              <a:rPr lang="ko-KR" err="1">
                <a:ea typeface="맑은 고딕"/>
              </a:rPr>
              <a:t>lockfree는</a:t>
            </a:r>
            <a:r>
              <a:rPr lang="ko-KR">
                <a:ea typeface="맑은 고딕"/>
              </a:rPr>
              <a:t> </a:t>
            </a:r>
            <a:r>
              <a:rPr lang="ko-KR" err="1">
                <a:ea typeface="맑은 고딕"/>
              </a:rPr>
              <a:t>interlockcompareexchange를</a:t>
            </a:r>
            <a:r>
              <a:rPr lang="ko-KR">
                <a:ea typeface="맑은 고딕"/>
              </a:rPr>
              <a:t> 쓰기 때문에 명령어 자체 부하가 </a:t>
            </a:r>
            <a:r>
              <a:rPr lang="ko-KR" err="1">
                <a:ea typeface="맑은 고딕"/>
              </a:rPr>
              <a:t>interlockexchange보다</a:t>
            </a:r>
            <a:r>
              <a:rPr 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커서 </a:t>
            </a:r>
            <a:r>
              <a:rPr lang="ko-KR">
                <a:ea typeface="맑은 고딕"/>
              </a:rPr>
              <a:t>성능이 상대적으로 떨어짐</a:t>
            </a:r>
            <a:r>
              <a:rPr lang="en-US" altLang="ko-KR">
                <a:ea typeface="맑은 고딕"/>
              </a:rPr>
              <a:t>.</a:t>
            </a:r>
            <a:endParaRPr lang="en-US" altLang="ko-KR">
              <a:ea typeface="맑은 고딕"/>
              <a:cs typeface="Calibri"/>
            </a:endParaRPr>
          </a:p>
          <a:p>
            <a:endParaRPr lang="ko-KR" altLang="en-US">
              <a:solidFill>
                <a:srgbClr val="000000"/>
              </a:solidFill>
              <a:ea typeface="맑은 고딕"/>
              <a:cs typeface="Calibri"/>
            </a:endParaRPr>
          </a:p>
          <a:p>
            <a:endParaRPr lang="ko-KR">
              <a:ea typeface="맑은 고딕"/>
              <a:cs typeface="Calibri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B0DC1B6-893E-6998-626B-DC26B52FB2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CDE012-9E2E-4477-8B5C-4E7D4E9BCBA6}" type="slidenum">
              <a:rPr lang="en-US" noProof="0" smtClean="0"/>
              <a:t>32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45905471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C916F5-E523-FE85-DD74-7ABF734B6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31C75C3-4D6D-2C0E-66F6-D9CD8B5EEE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BF38D9C-1088-D78E-B1AC-C407D69733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>
              <a:ea typeface="맑은 고딕"/>
              <a:cs typeface="Calibri"/>
            </a:endParaRPr>
          </a:p>
          <a:p>
            <a:endParaRPr lang="ko-KR" altLang="en-US">
              <a:ea typeface="맑은 고딕"/>
              <a:cs typeface="Calibri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90A883F-2BE4-EE35-7086-B120650488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CDE012-9E2E-4477-8B5C-4E7D4E9BCBA6}" type="slidenum">
              <a:rPr lang="en-US" noProof="0" smtClean="0"/>
              <a:t>33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14424287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7FF39F-D940-F8D5-15DB-DA05863850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DBCED6C-E3EC-E487-F893-36E90FDCCF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F9BCF5A-6970-1CE1-9BDF-04B7B879F5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/>
              <a:t>&lt;대본&gt;</a:t>
            </a:r>
            <a:endParaRPr lang="en-US">
              <a:solidFill>
                <a:srgbClr val="444444"/>
              </a:solidFill>
            </a:endParaRPr>
          </a:p>
          <a:p>
            <a:pPr marL="171450" indent="-171450">
              <a:buFont typeface="Calibri,Sans-Serif"/>
              <a:buChar char="-"/>
            </a:pPr>
            <a:r>
              <a:rPr lang="ko-KR">
                <a:ea typeface="맑은 고딕"/>
              </a:rPr>
              <a:t>이제 논리 코어 </a:t>
            </a:r>
            <a:r>
              <a:rPr lang="ko-KR" err="1">
                <a:ea typeface="맑은 고딕"/>
              </a:rPr>
              <a:t>갯수보다</a:t>
            </a:r>
            <a:r>
              <a:rPr lang="ko-KR">
                <a:ea typeface="맑은 고딕"/>
              </a:rPr>
              <a:t> 스레드 </a:t>
            </a:r>
            <a:r>
              <a:rPr lang="ko-KR" err="1">
                <a:ea typeface="맑은 고딕"/>
              </a:rPr>
              <a:t>갯수가</a:t>
            </a:r>
            <a:r>
              <a:rPr lang="ko-KR">
                <a:ea typeface="맑은 고딕"/>
              </a:rPr>
              <a:t> </a:t>
            </a:r>
            <a:r>
              <a:rPr lang="ko-KR" err="1">
                <a:ea typeface="맑은 고딕"/>
              </a:rPr>
              <a:t>많을때의</a:t>
            </a:r>
            <a:r>
              <a:rPr lang="ko-KR">
                <a:ea typeface="맑은 고딕"/>
              </a:rPr>
              <a:t> 결과임</a:t>
            </a:r>
            <a:r>
              <a:rPr lang="en-US" altLang="ko-KR">
                <a:ea typeface="맑은 고딕"/>
              </a:rPr>
              <a:t>.</a:t>
            </a:r>
            <a:r>
              <a:rPr lang="ko-KR">
                <a:ea typeface="맑은 고딕"/>
              </a:rPr>
              <a:t> </a:t>
            </a:r>
            <a:r>
              <a:rPr lang="en-US" altLang="ko-KR" err="1">
                <a:ea typeface="맑은 고딕"/>
              </a:rPr>
              <a:t>Srwlock</a:t>
            </a:r>
            <a:r>
              <a:rPr lang="ko-KR" err="1">
                <a:ea typeface="맑은 고딕"/>
              </a:rPr>
              <a:t>이</a:t>
            </a:r>
            <a:r>
              <a:rPr lang="ko-KR">
                <a:ea typeface="맑은 고딕"/>
              </a:rPr>
              <a:t> 제일 좋고 그 다음이 </a:t>
            </a:r>
            <a:r>
              <a:rPr lang="en-US" altLang="ko-KR" err="1">
                <a:ea typeface="맑은 고딕"/>
              </a:rPr>
              <a:t>lockfree</a:t>
            </a:r>
            <a:r>
              <a:rPr lang="ko-KR">
                <a:ea typeface="맑은 고딕"/>
              </a:rPr>
              <a:t> 그 다음이 </a:t>
            </a:r>
            <a:r>
              <a:rPr lang="en-US" altLang="ko-KR" err="1">
                <a:ea typeface="맑은 고딕"/>
              </a:rPr>
              <a:t>spinlock</a:t>
            </a:r>
            <a:r>
              <a:rPr lang="ko-KR" err="1">
                <a:ea typeface="맑은 고딕"/>
              </a:rPr>
              <a:t>임</a:t>
            </a:r>
            <a:r>
              <a:rPr lang="en-US" altLang="ko-KR">
                <a:ea typeface="맑은 고딕"/>
              </a:rPr>
              <a:t>.</a:t>
            </a:r>
            <a:endParaRPr lang="ko-KR" altLang="en-US">
              <a:solidFill>
                <a:srgbClr val="444444"/>
              </a:solidFill>
              <a:ea typeface="맑은 고딕"/>
            </a:endParaRPr>
          </a:p>
          <a:p>
            <a:pPr marL="171450" indent="-171450">
              <a:buFont typeface="Calibri,Sans-Serif"/>
              <a:buChar char="-"/>
            </a:pPr>
            <a:r>
              <a:rPr lang="ko-KR"/>
              <a:t>여기서도 </a:t>
            </a:r>
            <a:r>
              <a:rPr lang="ko-KR" err="1"/>
              <a:t>spinlock할때</a:t>
            </a:r>
            <a:r>
              <a:rPr lang="ko-KR"/>
              <a:t> 노드 할당 및 초기화를 병렬로 분리했을 때 성능이 높아지긴 하지만 </a:t>
            </a:r>
            <a:r>
              <a:rPr lang="en-US" altLang="ko-KR" err="1"/>
              <a:t>lockfree</a:t>
            </a:r>
            <a:r>
              <a:rPr lang="ko-KR"/>
              <a:t> </a:t>
            </a:r>
            <a:r>
              <a:rPr lang="ko-KR" err="1"/>
              <a:t>성능치</a:t>
            </a:r>
            <a:r>
              <a:rPr lang="ko-KR"/>
              <a:t> 만큼 올라가지는 않음</a:t>
            </a:r>
            <a:r>
              <a:rPr lang="en-US" altLang="ko-KR"/>
              <a:t>.</a:t>
            </a:r>
            <a:endParaRPr lang="ko-KR" altLang="en-US">
              <a:solidFill>
                <a:srgbClr val="444444"/>
              </a:solidFill>
            </a:endParaRPr>
          </a:p>
          <a:p>
            <a:pPr marL="171450" indent="-171450">
              <a:buFont typeface="Calibri,Sans-Serif"/>
              <a:buChar char="-"/>
            </a:pPr>
            <a:r>
              <a:rPr lang="en-US" altLang="ko-KR" err="1">
                <a:ea typeface="맑은 고딕"/>
              </a:rPr>
              <a:t>Srwlock</a:t>
            </a:r>
            <a:r>
              <a:rPr lang="ko-KR" err="1">
                <a:ea typeface="맑은 고딕"/>
              </a:rPr>
              <a:t>이</a:t>
            </a:r>
            <a:r>
              <a:rPr lang="ko-KR">
                <a:ea typeface="맑은 고딕"/>
              </a:rPr>
              <a:t> 성능 높은 이유를 보면 우선 </a:t>
            </a:r>
            <a:r>
              <a:rPr lang="en-US" altLang="ko-KR" err="1">
                <a:ea typeface="맑은 고딕"/>
              </a:rPr>
              <a:t>srwlock</a:t>
            </a:r>
            <a:r>
              <a:rPr lang="ko-KR" err="1">
                <a:ea typeface="맑은 고딕"/>
              </a:rPr>
              <a:t>도</a:t>
            </a:r>
            <a:r>
              <a:rPr lang="ko-KR">
                <a:ea typeface="맑은 고딕"/>
              </a:rPr>
              <a:t> 이 환경에서 스레드들이 </a:t>
            </a:r>
            <a:r>
              <a:rPr lang="en-US" altLang="ko-KR" err="1">
                <a:ea typeface="맑은 고딕"/>
              </a:rPr>
              <a:t>block</a:t>
            </a:r>
            <a:r>
              <a:rPr lang="ko-KR" err="1">
                <a:ea typeface="맑은 고딕"/>
              </a:rPr>
              <a:t>되는게</a:t>
            </a:r>
            <a:r>
              <a:rPr lang="ko-KR">
                <a:ea typeface="맑은 고딕"/>
              </a:rPr>
              <a:t> 아님</a:t>
            </a:r>
            <a:r>
              <a:rPr lang="en-US" altLang="ko-KR">
                <a:ea typeface="맑은 고딕"/>
              </a:rPr>
              <a:t>.</a:t>
            </a:r>
            <a:r>
              <a:rPr lang="ko-KR">
                <a:ea typeface="맑은 고딕"/>
              </a:rPr>
              <a:t> </a:t>
            </a:r>
            <a:r>
              <a:rPr lang="en-US" altLang="ko-KR" err="1">
                <a:ea typeface="맑은 고딕"/>
              </a:rPr>
              <a:t>Cpu</a:t>
            </a:r>
            <a:r>
              <a:rPr lang="ko-KR">
                <a:ea typeface="맑은 고딕"/>
              </a:rPr>
              <a:t> 사용률을 보면 대부분 유저모드가 다 먹고 있음</a:t>
            </a:r>
            <a:r>
              <a:rPr lang="en-US" altLang="ko-KR">
                <a:ea typeface="맑은 고딕"/>
              </a:rPr>
              <a:t>.</a:t>
            </a:r>
            <a:r>
              <a:rPr lang="ko-KR">
                <a:ea typeface="맑은 고딕"/>
              </a:rPr>
              <a:t> 유저모드에서 돌다가 </a:t>
            </a:r>
            <a:r>
              <a:rPr lang="en-US" altLang="ko-KR" err="1">
                <a:ea typeface="맑은 고딕"/>
              </a:rPr>
              <a:t>lock</a:t>
            </a:r>
            <a:r>
              <a:rPr lang="ko-KR" err="1">
                <a:ea typeface="맑은 고딕"/>
              </a:rPr>
              <a:t>을</a:t>
            </a:r>
            <a:r>
              <a:rPr lang="ko-KR">
                <a:ea typeface="맑은 고딕"/>
              </a:rPr>
              <a:t> 획득해서 처리하는 것으로 보임</a:t>
            </a:r>
            <a:r>
              <a:rPr lang="en-US" altLang="ko-KR">
                <a:ea typeface="맑은 고딕"/>
              </a:rPr>
              <a:t>.</a:t>
            </a:r>
            <a:r>
              <a:rPr lang="ko-KR">
                <a:ea typeface="맑은 고딕"/>
              </a:rPr>
              <a:t> </a:t>
            </a:r>
            <a:endParaRPr lang="ko-KR">
              <a:solidFill>
                <a:srgbClr val="444444"/>
              </a:solidFill>
              <a:ea typeface="맑은 고딕"/>
            </a:endParaRPr>
          </a:p>
          <a:p>
            <a:pPr marL="171450" indent="-171450">
              <a:buFont typeface="Calibri,Sans-Serif"/>
              <a:buChar char="-"/>
            </a:pPr>
            <a:r>
              <a:rPr lang="ko-KR"/>
              <a:t>그러면 다른 동기화 방식과 차이 나는 이유가 이전에도 말했듯이 단위 시간당 </a:t>
            </a:r>
            <a:r>
              <a:rPr lang="en-US" altLang="ko-KR" err="1"/>
              <a:t>interlock</a:t>
            </a:r>
            <a:r>
              <a:rPr lang="ko-KR"/>
              <a:t> 개수 차이가 있을 것이고 멀티 스레드에서 </a:t>
            </a:r>
            <a:r>
              <a:rPr lang="en-US" altLang="ko-KR" err="1"/>
              <a:t>interlock</a:t>
            </a:r>
            <a:r>
              <a:rPr lang="ko-KR"/>
              <a:t> 자체에 대한 병목이 있음</a:t>
            </a:r>
            <a:r>
              <a:rPr lang="en-US" altLang="ko-KR"/>
              <a:t>.</a:t>
            </a:r>
            <a:r>
              <a:rPr lang="ko-KR"/>
              <a:t> 이게 무슨 </a:t>
            </a:r>
            <a:r>
              <a:rPr lang="ko-KR" err="1"/>
              <a:t>말이냐면</a:t>
            </a:r>
            <a:r>
              <a:rPr lang="ko-KR"/>
              <a:t> 여러 스레드가 논리 코어에 붙어서</a:t>
            </a:r>
            <a:endParaRPr lang="en-US">
              <a:solidFill>
                <a:srgbClr val="444444"/>
              </a:solidFill>
            </a:endParaRPr>
          </a:p>
          <a:p>
            <a:pPr marL="171450" indent="-171450">
              <a:buFont typeface="Calibri,Sans-Serif"/>
              <a:buChar char="-"/>
            </a:pPr>
            <a:r>
              <a:rPr lang="en-US" altLang="ko-KR" err="1">
                <a:ea typeface="맑은 고딕"/>
              </a:rPr>
              <a:t>Interlock</a:t>
            </a:r>
            <a:r>
              <a:rPr lang="ko-KR">
                <a:ea typeface="맑은 고딕"/>
              </a:rPr>
              <a:t> 작업을 동시에 수행한다고 했을 때 한 스레드가 캐시라인 </a:t>
            </a:r>
            <a:r>
              <a:rPr lang="ko-KR" err="1">
                <a:ea typeface="맑은 고딕"/>
              </a:rPr>
              <a:t>잠궈서</a:t>
            </a:r>
            <a:r>
              <a:rPr lang="ko-KR">
                <a:ea typeface="맑은 고딕"/>
              </a:rPr>
              <a:t> 값을 </a:t>
            </a:r>
            <a:r>
              <a:rPr lang="ko-KR" err="1">
                <a:ea typeface="맑은 고딕"/>
              </a:rPr>
              <a:t>바꿀때</a:t>
            </a:r>
            <a:r>
              <a:rPr lang="ko-KR">
                <a:ea typeface="맑은 고딕"/>
              </a:rPr>
              <a:t> 까지 다른 코어에 붙은 스레드는 </a:t>
            </a:r>
            <a:r>
              <a:rPr lang="en-US" altLang="ko-KR" err="1">
                <a:ea typeface="맑은 고딕"/>
              </a:rPr>
              <a:t>running</a:t>
            </a:r>
            <a:r>
              <a:rPr lang="ko-KR">
                <a:ea typeface="맑은 고딕"/>
              </a:rPr>
              <a:t> 상태에서 계속 </a:t>
            </a:r>
            <a:r>
              <a:rPr lang="ko-KR" err="1">
                <a:ea typeface="맑은 고딕"/>
              </a:rPr>
              <a:t>기달려야</a:t>
            </a:r>
            <a:r>
              <a:rPr lang="ko-KR">
                <a:ea typeface="맑은 고딕"/>
              </a:rPr>
              <a:t> 함</a:t>
            </a:r>
            <a:r>
              <a:rPr lang="en-US" altLang="ko-KR">
                <a:ea typeface="맑은 고딕"/>
              </a:rPr>
              <a:t>.</a:t>
            </a:r>
            <a:r>
              <a:rPr lang="ko-KR">
                <a:ea typeface="맑은 고딕"/>
              </a:rPr>
              <a:t> </a:t>
            </a:r>
            <a:endParaRPr lang="en-US">
              <a:solidFill>
                <a:srgbClr val="444444"/>
              </a:solidFill>
              <a:ea typeface="맑은 고딕"/>
            </a:endParaRPr>
          </a:p>
          <a:p>
            <a:pPr marL="171450" indent="-171450">
              <a:buFont typeface="Calibri,Sans-Serif"/>
              <a:buChar char="-"/>
            </a:pPr>
            <a:r>
              <a:rPr lang="ko-KR">
                <a:ea typeface="맑은 고딕"/>
              </a:rPr>
              <a:t>이런 현상은 </a:t>
            </a:r>
            <a:r>
              <a:rPr lang="en-US" altLang="ko-KR" err="1">
                <a:ea typeface="맑은 고딕"/>
              </a:rPr>
              <a:t>interlock</a:t>
            </a:r>
            <a:r>
              <a:rPr lang="ko-KR">
                <a:ea typeface="맑은 고딕"/>
              </a:rPr>
              <a:t> 실패하면 다시 </a:t>
            </a:r>
            <a:r>
              <a:rPr lang="en-US" altLang="ko-KR" err="1">
                <a:ea typeface="맑은 고딕"/>
              </a:rPr>
              <a:t>interlock</a:t>
            </a:r>
            <a:r>
              <a:rPr lang="ko-KR" err="1">
                <a:ea typeface="맑은 고딕"/>
              </a:rPr>
              <a:t>을</a:t>
            </a:r>
            <a:r>
              <a:rPr lang="ko-KR">
                <a:ea typeface="맑은 고딕"/>
              </a:rPr>
              <a:t> 수행하는 </a:t>
            </a:r>
            <a:r>
              <a:rPr lang="en-US" altLang="ko-KR" err="1">
                <a:ea typeface="맑은 고딕"/>
              </a:rPr>
              <a:t>spinlock</a:t>
            </a:r>
            <a:r>
              <a:rPr lang="ko-KR" err="1">
                <a:ea typeface="맑은 고딕"/>
              </a:rPr>
              <a:t>에서</a:t>
            </a:r>
            <a:r>
              <a:rPr lang="ko-KR">
                <a:ea typeface="맑은 고딕"/>
              </a:rPr>
              <a:t> 제일 두드러질 것이고 </a:t>
            </a:r>
            <a:r>
              <a:rPr lang="ko-KR" err="1">
                <a:ea typeface="맑은 고딕"/>
              </a:rPr>
              <a:t>lockfree는</a:t>
            </a:r>
            <a:r>
              <a:rPr lang="ko-KR">
                <a:ea typeface="맑은 고딕"/>
              </a:rPr>
              <a:t> </a:t>
            </a:r>
            <a:r>
              <a:rPr lang="en-US" altLang="ko-KR" err="1">
                <a:ea typeface="맑은 고딕"/>
              </a:rPr>
              <a:t>cas</a:t>
            </a:r>
            <a:r>
              <a:rPr lang="ko-KR" err="1">
                <a:ea typeface="맑은 고딕"/>
              </a:rPr>
              <a:t>를</a:t>
            </a:r>
            <a:r>
              <a:rPr lang="ko-KR">
                <a:ea typeface="맑은 고딕"/>
              </a:rPr>
              <a:t> 실패하도 다시 사전 작업을 하기 때문에 </a:t>
            </a:r>
            <a:r>
              <a:rPr lang="en-US" altLang="ko-KR" err="1">
                <a:ea typeface="맑은 고딕"/>
              </a:rPr>
              <a:t>spinlock</a:t>
            </a:r>
            <a:r>
              <a:rPr lang="ko-KR" err="1">
                <a:ea typeface="맑은 고딕"/>
              </a:rPr>
              <a:t>보다는</a:t>
            </a:r>
            <a:r>
              <a:rPr lang="ko-KR">
                <a:ea typeface="맑은 고딕"/>
              </a:rPr>
              <a:t> 덜할 것임</a:t>
            </a:r>
            <a:r>
              <a:rPr lang="en-US" altLang="ko-KR">
                <a:ea typeface="맑은 고딕"/>
              </a:rPr>
              <a:t>.</a:t>
            </a:r>
            <a:r>
              <a:rPr lang="ko-KR">
                <a:ea typeface="맑은 고딕"/>
              </a:rPr>
              <a:t> </a:t>
            </a:r>
            <a:r>
              <a:rPr lang="en-US" altLang="ko-KR" err="1">
                <a:ea typeface="맑은 고딕"/>
              </a:rPr>
              <a:t>Srwlock</a:t>
            </a:r>
            <a:r>
              <a:rPr lang="ko-KR" err="1">
                <a:ea typeface="맑은 고딕"/>
              </a:rPr>
              <a:t>은</a:t>
            </a:r>
            <a:r>
              <a:rPr lang="ko-KR">
                <a:ea typeface="맑은 고딕"/>
              </a:rPr>
              <a:t> 어셈블리 보듯이 중간에 </a:t>
            </a:r>
            <a:r>
              <a:rPr lang="en-US" altLang="ko-KR" err="1">
                <a:ea typeface="맑은 고딕"/>
              </a:rPr>
              <a:t>backoff</a:t>
            </a:r>
            <a:r>
              <a:rPr lang="ko-KR" err="1">
                <a:ea typeface="맑은 고딕"/>
              </a:rPr>
              <a:t>과정도</a:t>
            </a:r>
            <a:r>
              <a:rPr lang="ko-KR">
                <a:ea typeface="맑은 고딕"/>
              </a:rPr>
              <a:t> 있어서 </a:t>
            </a:r>
            <a:r>
              <a:rPr lang="en-US" altLang="ko-KR" err="1">
                <a:ea typeface="맑은 고딕"/>
              </a:rPr>
              <a:t>lock</a:t>
            </a:r>
            <a:r>
              <a:rPr lang="ko-KR" err="1">
                <a:ea typeface="맑은 고딕"/>
              </a:rPr>
              <a:t>이</a:t>
            </a:r>
            <a:r>
              <a:rPr lang="ko-KR">
                <a:ea typeface="맑은 고딕"/>
              </a:rPr>
              <a:t> 드문드문 </a:t>
            </a:r>
            <a:r>
              <a:rPr lang="ko-KR" err="1">
                <a:ea typeface="맑은 고딕"/>
              </a:rPr>
              <a:t>일어남</a:t>
            </a:r>
            <a:r>
              <a:rPr lang="en-US" altLang="ko-KR">
                <a:ea typeface="맑은 고딕"/>
              </a:rPr>
              <a:t>.</a:t>
            </a:r>
            <a:endParaRPr lang="ko-KR" altLang="en-US">
              <a:solidFill>
                <a:srgbClr val="444444"/>
              </a:solidFill>
              <a:ea typeface="맑은 고딕"/>
            </a:endParaRPr>
          </a:p>
          <a:p>
            <a:pPr marL="171450" indent="-171450">
              <a:buFont typeface="Calibri,Sans-Serif"/>
              <a:buChar char="-"/>
            </a:pPr>
            <a:r>
              <a:rPr lang="ko-KR">
                <a:ea typeface="맑은 고딕"/>
              </a:rPr>
              <a:t>그래서 </a:t>
            </a:r>
            <a:r>
              <a:rPr lang="en-US" altLang="ko-KR" err="1">
                <a:ea typeface="맑은 고딕"/>
              </a:rPr>
              <a:t>srwlock</a:t>
            </a:r>
            <a:r>
              <a:rPr lang="ko-KR" err="1">
                <a:ea typeface="맑은 고딕"/>
              </a:rPr>
              <a:t>이</a:t>
            </a:r>
            <a:r>
              <a:rPr lang="ko-KR">
                <a:ea typeface="맑은 고딕"/>
              </a:rPr>
              <a:t> 제일 성능이 높고 </a:t>
            </a:r>
            <a:r>
              <a:rPr lang="en-US" altLang="ko-KR" err="1">
                <a:ea typeface="맑은 고딕"/>
              </a:rPr>
              <a:t>lockfree</a:t>
            </a:r>
            <a:r>
              <a:rPr lang="ko-KR" err="1">
                <a:ea typeface="맑은 고딕"/>
              </a:rPr>
              <a:t>가</a:t>
            </a:r>
            <a:r>
              <a:rPr lang="ko-KR">
                <a:ea typeface="맑은 고딕"/>
              </a:rPr>
              <a:t> </a:t>
            </a:r>
            <a:r>
              <a:rPr lang="ko-KR" err="1">
                <a:ea typeface="맑은 고딕"/>
              </a:rPr>
              <a:t>좋은게</a:t>
            </a:r>
            <a:r>
              <a:rPr lang="ko-KR">
                <a:ea typeface="맑은 고딕"/>
              </a:rPr>
              <a:t> 멀티 스레드에서 </a:t>
            </a:r>
            <a:r>
              <a:rPr lang="en-US" altLang="ko-KR" err="1">
                <a:ea typeface="맑은 고딕"/>
              </a:rPr>
              <a:t>interlock</a:t>
            </a:r>
            <a:r>
              <a:rPr lang="ko-KR">
                <a:ea typeface="맑은 고딕"/>
              </a:rPr>
              <a:t> 자체 병목도 </a:t>
            </a:r>
            <a:r>
              <a:rPr lang="en-US" altLang="ko-KR" err="1">
                <a:ea typeface="맑은 고딕"/>
              </a:rPr>
              <a:t>spinlock</a:t>
            </a:r>
            <a:r>
              <a:rPr lang="ko-KR" err="1">
                <a:ea typeface="맑은 고딕"/>
              </a:rPr>
              <a:t>이</a:t>
            </a:r>
            <a:r>
              <a:rPr lang="ko-KR">
                <a:ea typeface="맑은 고딕"/>
              </a:rPr>
              <a:t> </a:t>
            </a:r>
            <a:r>
              <a:rPr lang="en-US" altLang="ko-KR" err="1">
                <a:ea typeface="맑은 고딕"/>
              </a:rPr>
              <a:t>lockfree</a:t>
            </a:r>
            <a:r>
              <a:rPr lang="ko-KR">
                <a:ea typeface="맑은 고딕"/>
              </a:rPr>
              <a:t> 보다 심함</a:t>
            </a:r>
            <a:r>
              <a:rPr lang="en-US" altLang="ko-KR">
                <a:ea typeface="맑은 고딕"/>
              </a:rPr>
              <a:t>.</a:t>
            </a:r>
            <a:r>
              <a:rPr lang="ko-KR">
                <a:ea typeface="맑은 고딕"/>
              </a:rPr>
              <a:t> </a:t>
            </a:r>
            <a:r>
              <a:rPr lang="en-US" altLang="ko-KR" err="1">
                <a:ea typeface="맑은 고딕"/>
              </a:rPr>
              <a:t>Interlock</a:t>
            </a:r>
            <a:r>
              <a:rPr lang="ko-KR">
                <a:ea typeface="맑은 고딕"/>
              </a:rPr>
              <a:t> 병목</a:t>
            </a:r>
            <a:r>
              <a:rPr lang="en-US" altLang="ko-KR">
                <a:ea typeface="맑은 고딕"/>
              </a:rPr>
              <a:t>,</a:t>
            </a:r>
            <a:r>
              <a:rPr lang="ko-KR">
                <a:ea typeface="맑은 고딕"/>
              </a:rPr>
              <a:t> 그리고 </a:t>
            </a:r>
            <a:r>
              <a:rPr lang="en-US" altLang="ko-KR" err="1">
                <a:ea typeface="맑은 고딕"/>
              </a:rPr>
              <a:t>interlock</a:t>
            </a:r>
            <a:r>
              <a:rPr lang="ko-KR">
                <a:ea typeface="맑은 고딕"/>
              </a:rPr>
              <a:t> 횟수 차이도 </a:t>
            </a:r>
            <a:r>
              <a:rPr lang="en-US" altLang="ko-KR" err="1">
                <a:ea typeface="맑은 고딕"/>
              </a:rPr>
              <a:t>spinlock</a:t>
            </a:r>
            <a:r>
              <a:rPr lang="ko-KR" err="1">
                <a:ea typeface="맑은 고딕"/>
              </a:rPr>
              <a:t>이</a:t>
            </a:r>
            <a:r>
              <a:rPr lang="ko-KR">
                <a:ea typeface="맑은 고딕"/>
              </a:rPr>
              <a:t> 훨씬 많기 때문에 이런 영향으로 </a:t>
            </a:r>
            <a:r>
              <a:rPr lang="en-US" altLang="ko-KR" err="1">
                <a:ea typeface="맑은 고딕"/>
              </a:rPr>
              <a:t>spinlock</a:t>
            </a:r>
            <a:r>
              <a:rPr lang="ko-KR" err="1">
                <a:ea typeface="맑은 고딕"/>
              </a:rPr>
              <a:t>의</a:t>
            </a:r>
            <a:r>
              <a:rPr lang="ko-KR">
                <a:ea typeface="맑은 고딕"/>
              </a:rPr>
              <a:t> 성능이 확 떨어지는 것으로 판단함.</a:t>
            </a:r>
            <a:endParaRPr lang="ko-KR">
              <a:ea typeface="맑은 고딕"/>
              <a:cs typeface="Calibri"/>
            </a:endParaRPr>
          </a:p>
          <a:p>
            <a:endParaRPr lang="ko-KR" altLang="en-US">
              <a:ea typeface="맑은 고딕"/>
              <a:cs typeface="Calibri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A7021E8-D1B4-CD08-C40F-A9E6894D6A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CDE012-9E2E-4477-8B5C-4E7D4E9BCBA6}" type="slidenum">
              <a:rPr lang="en-US" noProof="0" smtClean="0"/>
              <a:t>34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69843310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5F50D4-D087-3B56-B7C3-66EB72E625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BA3936A-8473-141C-7B72-2ACECCE2BF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52D8895-24A6-BAA5-21D8-5E711C07D6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>
              <a:solidFill>
                <a:srgbClr val="000000"/>
              </a:solidFill>
              <a:ea typeface="맑은 고딕"/>
              <a:cs typeface="Calibri"/>
            </a:endParaRPr>
          </a:p>
          <a:p>
            <a:endParaRPr lang="ko-KR">
              <a:solidFill>
                <a:srgbClr val="444444"/>
              </a:solidFill>
            </a:endParaRPr>
          </a:p>
          <a:p>
            <a:endParaRPr lang="ko-KR" altLang="en-US">
              <a:ea typeface="맑은 고딕"/>
              <a:cs typeface="Calibri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3BDAEBB-ADFC-A280-CE12-1394D32537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CDE012-9E2E-4477-8B5C-4E7D4E9BCBA6}" type="slidenum">
              <a:rPr lang="en-US" noProof="0" smtClean="0"/>
              <a:t>35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03056676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733D68-AE50-E5FE-A2E1-F8CD11780B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71DCEC2-9E34-BF57-A0D2-43B740E7AA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2707984-8FD3-3507-3619-D719658004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>
              <a:solidFill>
                <a:srgbClr val="444444"/>
              </a:solidFill>
            </a:endParaRPr>
          </a:p>
          <a:p>
            <a:endParaRPr lang="ko-KR" altLang="en-US">
              <a:ea typeface="맑은 고딕"/>
              <a:cs typeface="Calibri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1B3535A-0D35-1112-E20F-C7B68B877F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CDE012-9E2E-4477-8B5C-4E7D4E9BCBA6}" type="slidenum">
              <a:rPr lang="en-US" noProof="0" smtClean="0"/>
              <a:t>36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15213149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8AE6C3-0115-193B-A5ED-98FB68B697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A4A167D-A100-F605-CB24-86249EB47F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15CC580-0049-2385-C950-ABA054810F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&lt;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분석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&gt;</a:t>
            </a:r>
            <a:endParaRPr lang="ko-KR">
              <a:solidFill>
                <a:srgbClr val="000000"/>
              </a:solidFill>
              <a:ea typeface="맑은 고딕"/>
              <a:cs typeface="Calibri"/>
            </a:endParaRPr>
          </a:p>
          <a:p>
            <a:pPr marL="171450" indent="-171450">
              <a:buFont typeface="Calibri"/>
              <a:buChar char="-"/>
            </a:pP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스레드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갯수마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코어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갯수보다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많아져도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SRWLOCK고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busy-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wait간의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lock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횟수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차이는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busy -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wait이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많음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.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그러니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interlock을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처리하기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위해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캐시라인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잠구고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원자적으로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바꾸고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하는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비용이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전체적으로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보면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busy -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wait이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많음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. Interlock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명령어로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인한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cpu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내부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순차처리는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영향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없을거로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봄.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interlockexchange나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cas나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해당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캐시라인에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대한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소유권을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얻어야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하는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작업을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해야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함.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이게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어떤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식으로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이루어지냐면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해당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캐시라인에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대해서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cas든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exchange든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하려고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하면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해당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캐시라인에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대한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소유권을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얻어야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함.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이를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위해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해당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코어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캐시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메모리는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다른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코어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캐시메모리에게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소유권을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얻기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위한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신호를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보냄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.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그리고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다른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캐시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메모리는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이에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대한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응답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신호를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보냄고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이를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받아야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소유권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확보가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가능함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. 그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다음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exchage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처럼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그냥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write를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할지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cmpxchg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처럼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비교를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하고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나서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write를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할지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구분되는데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어쨌든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캐시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메모리간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신호를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주고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받고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하는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작업의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부하가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있기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때문에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횟수가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많아지면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많아질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수록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성능이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떨어질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것임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.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그래서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srwlock이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성능이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높다고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봄.</a:t>
            </a:r>
          </a:p>
          <a:p>
            <a:pPr marL="171450" indent="-171450">
              <a:buFont typeface="Calibri"/>
              <a:buChar char="-"/>
            </a:pPr>
            <a:endParaRPr lang="en-US" altLang="ko-KR" dirty="0">
              <a:solidFill>
                <a:srgbClr val="000000"/>
              </a:solidFill>
              <a:ea typeface="맑은 고딕"/>
              <a:cs typeface="Calibri"/>
            </a:endParaRPr>
          </a:p>
          <a:p>
            <a:pPr marL="171450" indent="-171450">
              <a:buFont typeface="Calibri"/>
              <a:buChar char="-"/>
            </a:pP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그러면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spinlock과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lockfree의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비교를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해야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하는데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스레드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3개일때는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비슷하다가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스레드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갯수가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많아지니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spinlock의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성능이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급격히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떨어짐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.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이런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성능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하락의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원인은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여러가지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일 수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있음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.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노드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생성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및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초기화를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lockfree는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병렬로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하고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있으니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직렬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처리하는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spinlock과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성능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차이가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날 수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있고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interlock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횟수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자체를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보면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spinlock이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lockfree보다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많음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. 1개의 interlock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작업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자체에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대한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부하는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lockfree가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쓰는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cas가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더 클 수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있는데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이걸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모으다보면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전체적으로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spinlock이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interlock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횟수가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많으니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spinlock의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성능이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떨어질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수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있음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. </a:t>
            </a:r>
            <a:endParaRPr lang="en-US" altLang="ko-KR" dirty="0">
              <a:solidFill>
                <a:srgbClr val="000000"/>
              </a:solidFill>
              <a:ea typeface="맑은 고딕" panose="020B0503020000020004" pitchFamily="34" charset="-127"/>
              <a:cs typeface="Calibri"/>
            </a:endParaRPr>
          </a:p>
          <a:p>
            <a:pPr marL="171450" indent="-171450">
              <a:buFont typeface="Calibri"/>
              <a:buChar char="-"/>
            </a:pP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한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스레드가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캐시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라인의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값을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변경하면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다른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코어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캐시라인은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invalid가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될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것임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. 즉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bus에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신호를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보내서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바꾸는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작업이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들어가는데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spinlock의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경우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interlockexchange를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통해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계속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값을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write하기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때문에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bus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traffic을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발생시키면서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다른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캐시라인을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계속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invalid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시킴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.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그런데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경합이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발생하면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오히려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cas는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내가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알던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값이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아니면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write를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하지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않음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. Bus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traffic이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오히려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낮을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수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있음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.</a:t>
            </a:r>
          </a:p>
          <a:p>
            <a:pPr marL="171450" indent="-171450">
              <a:buFont typeface="Calibri"/>
              <a:buChar char="-"/>
            </a:pPr>
            <a:endParaRPr lang="en-US" altLang="ko-KR" dirty="0">
              <a:solidFill>
                <a:srgbClr val="000000"/>
              </a:solidFill>
              <a:ea typeface="맑은 고딕"/>
              <a:cs typeface="Calibri"/>
            </a:endParaRPr>
          </a:p>
          <a:p>
            <a:pPr marL="171450" indent="-171450">
              <a:buFont typeface="Calibri"/>
              <a:buChar char="-"/>
            </a:pP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또한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interlock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병목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차이가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성능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차이의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원인으로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꼽을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수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있음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.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Interlock의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처리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부하가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아님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.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병목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부하임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. Interlock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특성상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하나의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스레드가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원자적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작업을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하고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있을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때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다른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코어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스레드가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동시대에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lock을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수행할때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그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스레드들은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running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상태에서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멈춰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있어야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함.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spinlock의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경우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소유권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획득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못하면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다시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interlock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걸어야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하는데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lockfree는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cas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실패하면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사전작업을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함.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어느정도의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간격이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존재함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.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그래서스레드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개수가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많아지면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많아질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수록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동시간대에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여러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코어에서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lock을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동시에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수행하면서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멈춰버릴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확률이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spinlock이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높고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lockfree가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낮다고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보기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때문에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병목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현상이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spinlock이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더 </a:t>
            </a:r>
            <a:r>
              <a:rPr lang="en-US" altLang="ko-KR" dirty="0" err="1">
                <a:solidFill>
                  <a:srgbClr val="000000"/>
                </a:solidFill>
                <a:ea typeface="맑은 고딕"/>
                <a:cs typeface="Calibri"/>
              </a:rPr>
              <a:t>심하다고</a:t>
            </a:r>
            <a:r>
              <a:rPr lang="en-US" altLang="ko-KR" dirty="0">
                <a:solidFill>
                  <a:srgbClr val="000000"/>
                </a:solidFill>
                <a:ea typeface="맑은 고딕"/>
                <a:cs typeface="Calibri"/>
              </a:rPr>
              <a:t> 봄.</a:t>
            </a:r>
            <a:endParaRPr lang="en-US" altLang="ko-KR" dirty="0">
              <a:solidFill>
                <a:srgbClr val="000000"/>
              </a:solidFill>
              <a:ea typeface="맑은 고딕" panose="020B0503020000020004" pitchFamily="34" charset="-127"/>
              <a:cs typeface="Calibri"/>
            </a:endParaRPr>
          </a:p>
          <a:p>
            <a:endParaRPr lang="ko-KR">
              <a:solidFill>
                <a:srgbClr val="444444"/>
              </a:solidFill>
              <a:ea typeface="맑은 고딕" panose="020B0503020000020004" pitchFamily="34" charset="-127"/>
              <a:cs typeface="Calibri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7E84756-2293-D8B7-6BE3-BC63E6851A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CDE012-9E2E-4477-8B5C-4E7D4E9BCBA6}" type="slidenum">
              <a:rPr lang="en-US" noProof="0" smtClean="0"/>
              <a:t>37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9679251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6B8029-33F3-9414-AD10-00871D91AA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67712" y="1408176"/>
            <a:ext cx="6400800" cy="2387600"/>
          </a:xfrm>
        </p:spPr>
        <p:txBody>
          <a:bodyPr anchor="t">
            <a:normAutofit/>
          </a:bodyPr>
          <a:lstStyle>
            <a:lvl1pPr algn="l">
              <a:lnSpc>
                <a:spcPct val="80000"/>
              </a:lnSpc>
              <a:defRPr sz="7200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32B008-64B6-378D-9C5D-DCC8DFEBC6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67912" y="5047488"/>
            <a:ext cx="5486400" cy="384048"/>
          </a:xfrm>
        </p:spPr>
        <p:txBody>
          <a:bodyPr/>
          <a:lstStyle>
            <a:lvl1pPr marL="0" indent="0" algn="l">
              <a:lnSpc>
                <a:spcPct val="80000"/>
              </a:lnSpc>
              <a:spcBef>
                <a:spcPts val="0"/>
              </a:spcBef>
              <a:buNone/>
              <a:defRPr sz="24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K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5444BA9-47A2-8EBA-F11F-AF833CBC1FB6}"/>
              </a:ext>
            </a:extLst>
          </p:cNvPr>
          <p:cNvGrpSpPr/>
          <p:nvPr userDrawn="1"/>
        </p:nvGrpSpPr>
        <p:grpSpPr>
          <a:xfrm>
            <a:off x="3979533" y="5801746"/>
            <a:ext cx="8221703" cy="0"/>
            <a:chOff x="3733800" y="5539861"/>
            <a:chExt cx="8221703" cy="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F7C7E957-5A54-C6BB-DBCA-B0A579E99122}"/>
                </a:ext>
              </a:extLst>
            </p:cNvPr>
            <p:cNvCxnSpPr>
              <a:cxnSpLocks/>
            </p:cNvCxnSpPr>
            <p:nvPr/>
          </p:nvCxnSpPr>
          <p:spPr>
            <a:xfrm>
              <a:off x="3733800" y="5539861"/>
              <a:ext cx="6054153" cy="0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F75792F5-3B57-83E5-2E85-1B67A64BF570}"/>
                </a:ext>
              </a:extLst>
            </p:cNvPr>
            <p:cNvCxnSpPr>
              <a:cxnSpLocks/>
            </p:cNvCxnSpPr>
            <p:nvPr/>
          </p:nvCxnSpPr>
          <p:spPr>
            <a:xfrm>
              <a:off x="9783803" y="5539861"/>
              <a:ext cx="2171700" cy="0"/>
            </a:xfrm>
            <a:prstGeom prst="line">
              <a:avLst/>
            </a:prstGeom>
            <a:ln w="5715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3806385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accent3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703BBE-23DC-E951-32B6-0E91B80891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95144" y="1463040"/>
            <a:ext cx="7498080" cy="704088"/>
          </a:xfrm>
        </p:spPr>
        <p:txBody>
          <a:bodyPr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10836A-7452-872A-28D0-081C1338DC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22576" y="2953512"/>
            <a:ext cx="7470648" cy="3296563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500"/>
              </a:spcAft>
              <a:buNone/>
              <a:defRPr sz="22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1600" i="1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E39F35-2573-69E0-B17D-B4B0F85CE7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B5CE41-241D-72CD-1C8F-006A477B53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noProof="0" smtClean="0"/>
              <a:t>‹#›</a:t>
            </a:fld>
            <a:endParaRPr lang="en-US" noProof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2789DD7-8E5F-BCF6-7A1E-0AC33BD880AC}"/>
              </a:ext>
            </a:extLst>
          </p:cNvPr>
          <p:cNvGrpSpPr/>
          <p:nvPr userDrawn="1"/>
        </p:nvGrpSpPr>
        <p:grpSpPr>
          <a:xfrm>
            <a:off x="2400300" y="2535841"/>
            <a:ext cx="9801127" cy="821"/>
            <a:chOff x="2286319" y="5546299"/>
            <a:chExt cx="9801127" cy="903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D610F86C-F479-AC03-216E-DD60112AC854}"/>
                </a:ext>
              </a:extLst>
            </p:cNvPr>
            <p:cNvCxnSpPr>
              <a:cxnSpLocks/>
            </p:cNvCxnSpPr>
            <p:nvPr/>
          </p:nvCxnSpPr>
          <p:spPr>
            <a:xfrm>
              <a:off x="2286319" y="5546299"/>
              <a:ext cx="7391400" cy="0"/>
            </a:xfrm>
            <a:prstGeom prst="line">
              <a:avLst/>
            </a:prstGeom>
            <a:ln w="5715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0A02E8F6-3623-48C2-4F02-9472E2977FB8}"/>
                </a:ext>
              </a:extLst>
            </p:cNvPr>
            <p:cNvCxnSpPr>
              <a:cxnSpLocks/>
            </p:cNvCxnSpPr>
            <p:nvPr/>
          </p:nvCxnSpPr>
          <p:spPr>
            <a:xfrm>
              <a:off x="9676016" y="5547202"/>
              <a:ext cx="2411430" cy="0"/>
            </a:xfrm>
            <a:prstGeom prst="line">
              <a:avLst/>
            </a:prstGeom>
            <a:ln w="571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2682694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F39D39-DAD0-D550-D3C7-42F702A78C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56992" y="1709738"/>
            <a:ext cx="7290458" cy="2852737"/>
          </a:xfrm>
        </p:spPr>
        <p:txBody>
          <a:bodyPr anchor="b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054DFA-4C17-2AA0-0E19-8D452B73AA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56992" y="4589463"/>
            <a:ext cx="729045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F8D5DED-A875-4BFE-015E-C29679EC468C}"/>
              </a:ext>
            </a:extLst>
          </p:cNvPr>
          <p:cNvGrpSpPr/>
          <p:nvPr userDrawn="1"/>
        </p:nvGrpSpPr>
        <p:grpSpPr>
          <a:xfrm>
            <a:off x="3979533" y="5801746"/>
            <a:ext cx="8221703" cy="0"/>
            <a:chOff x="3733800" y="5539861"/>
            <a:chExt cx="8221703" cy="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4ED54A14-B37E-AA5D-2F7D-4530DEF3C347}"/>
                </a:ext>
              </a:extLst>
            </p:cNvPr>
            <p:cNvCxnSpPr>
              <a:cxnSpLocks/>
            </p:cNvCxnSpPr>
            <p:nvPr/>
          </p:nvCxnSpPr>
          <p:spPr>
            <a:xfrm>
              <a:off x="3733800" y="5539861"/>
              <a:ext cx="6054153" cy="0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8611F7DB-0F8D-8E5A-0137-AD5E5B20C351}"/>
                </a:ext>
              </a:extLst>
            </p:cNvPr>
            <p:cNvCxnSpPr>
              <a:cxnSpLocks/>
            </p:cNvCxnSpPr>
            <p:nvPr/>
          </p:nvCxnSpPr>
          <p:spPr>
            <a:xfrm>
              <a:off x="9783803" y="5539861"/>
              <a:ext cx="2171700" cy="0"/>
            </a:xfrm>
            <a:prstGeom prst="line">
              <a:avLst/>
            </a:prstGeom>
            <a:ln w="5715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4227190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lumn dark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0C7E2C-83B2-58E9-DE90-AB1857F1A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87B4A1-AE7C-A6CC-7143-5EC918D66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62C33EA-A741-FA13-451C-6F35902CBDD0}"/>
              </a:ext>
            </a:extLst>
          </p:cNvPr>
          <p:cNvSpPr/>
          <p:nvPr userDrawn="1"/>
        </p:nvSpPr>
        <p:spPr>
          <a:xfrm>
            <a:off x="0" y="722376"/>
            <a:ext cx="12192000" cy="541324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1882412-D2D4-9CF0-CD39-2EAE79B8A310}"/>
              </a:ext>
            </a:extLst>
          </p:cNvPr>
          <p:cNvCxnSpPr>
            <a:cxnSpLocks/>
          </p:cNvCxnSpPr>
          <p:nvPr userDrawn="1"/>
        </p:nvCxnSpPr>
        <p:spPr>
          <a:xfrm>
            <a:off x="4267200" y="2523744"/>
            <a:ext cx="7924800" cy="883"/>
          </a:xfrm>
          <a:prstGeom prst="line">
            <a:avLst/>
          </a:prstGeom>
          <a:ln w="571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229B6F2-011B-853F-5BA1-FA1722B6E1C8}"/>
              </a:ext>
            </a:extLst>
          </p:cNvPr>
          <p:cNvCxnSpPr>
            <a:cxnSpLocks/>
          </p:cNvCxnSpPr>
          <p:nvPr userDrawn="1"/>
        </p:nvCxnSpPr>
        <p:spPr>
          <a:xfrm>
            <a:off x="723384" y="2523744"/>
            <a:ext cx="3543816" cy="0"/>
          </a:xfrm>
          <a:prstGeom prst="line">
            <a:avLst/>
          </a:prstGeom>
          <a:ln w="571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8">
            <a:extLst>
              <a:ext uri="{FF2B5EF4-FFF2-40B4-BE49-F238E27FC236}">
                <a16:creationId xmlns:a16="http://schemas.microsoft.com/office/drawing/2014/main" id="{A78715BA-7A66-D464-AAEF-141988B87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1463040"/>
            <a:ext cx="10515600" cy="575321"/>
          </a:xfrm>
        </p:spPr>
        <p:txBody>
          <a:bodyPr/>
          <a:lstStyle>
            <a:lvl1pPr>
              <a:defRPr sz="50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D0BF4BF-3C7C-C67F-B6EE-805EC95EF8C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49224" y="2971800"/>
            <a:ext cx="4828032" cy="49053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BA37E40B-957E-C00E-3B34-1B67D341A77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36208" y="2971800"/>
            <a:ext cx="4828032" cy="49053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F15CD76-2DD5-DB8A-37D3-6098A50870D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65760" y="3401568"/>
            <a:ext cx="5111496" cy="1682750"/>
          </a:xfrm>
        </p:spPr>
        <p:txBody>
          <a:bodyPr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bg1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bg1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bg1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bg1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7A044E0-660B-4002-E13C-F00498E4978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43600" y="3401568"/>
            <a:ext cx="5111496" cy="1682750"/>
          </a:xfrm>
        </p:spPr>
        <p:txBody>
          <a:bodyPr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bg1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bg1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bg1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bg1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896112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lumn light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0C7E2C-83B2-58E9-DE90-AB1857F1A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87B4A1-AE7C-A6CC-7143-5EC918D66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62C33EA-A741-FA13-451C-6F35902CBDD0}"/>
              </a:ext>
            </a:extLst>
          </p:cNvPr>
          <p:cNvSpPr/>
          <p:nvPr userDrawn="1"/>
        </p:nvSpPr>
        <p:spPr>
          <a:xfrm>
            <a:off x="0" y="722376"/>
            <a:ext cx="12192000" cy="541324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A78715BA-7A66-D464-AAEF-141988B87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1463040"/>
            <a:ext cx="10515600" cy="575321"/>
          </a:xfrm>
        </p:spPr>
        <p:txBody>
          <a:bodyPr/>
          <a:lstStyle>
            <a:lvl1pPr>
              <a:defRPr sz="5000">
                <a:solidFill>
                  <a:schemeClr val="tx2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D0BF4BF-3C7C-C67F-B6EE-805EC95EF8C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49224" y="2971800"/>
            <a:ext cx="4828032" cy="49053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BA37E40B-957E-C00E-3B34-1B67D341A77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36208" y="2971800"/>
            <a:ext cx="4828032" cy="49053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F15CD76-2DD5-DB8A-37D3-6098A50870D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65760" y="3401568"/>
            <a:ext cx="4754880" cy="1682750"/>
          </a:xfrm>
        </p:spPr>
        <p:txBody>
          <a:bodyPr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7A044E0-660B-4002-E13C-F00498E4978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43600" y="3401568"/>
            <a:ext cx="4754880" cy="1682750"/>
          </a:xfrm>
        </p:spPr>
        <p:txBody>
          <a:bodyPr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4ED40495-D9DB-AA87-4474-68DA5D8CA88C}"/>
              </a:ext>
            </a:extLst>
          </p:cNvPr>
          <p:cNvGrpSpPr/>
          <p:nvPr userDrawn="1"/>
        </p:nvGrpSpPr>
        <p:grpSpPr>
          <a:xfrm rot="10800000">
            <a:off x="726958" y="2521655"/>
            <a:ext cx="11480808" cy="1"/>
            <a:chOff x="2077471" y="5539116"/>
            <a:chExt cx="11480808" cy="1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A15A6649-BE77-6F3F-DF74-0045E0AC6025}"/>
                </a:ext>
              </a:extLst>
            </p:cNvPr>
            <p:cNvCxnSpPr>
              <a:cxnSpLocks/>
            </p:cNvCxnSpPr>
            <p:nvPr/>
          </p:nvCxnSpPr>
          <p:spPr>
            <a:xfrm>
              <a:off x="2077471" y="5539116"/>
              <a:ext cx="4755396" cy="0"/>
            </a:xfrm>
            <a:prstGeom prst="line">
              <a:avLst/>
            </a:prstGeom>
            <a:ln w="5715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BEF33DD1-C51F-9BE1-2F97-D4025B3E653D}"/>
                </a:ext>
              </a:extLst>
            </p:cNvPr>
            <p:cNvCxnSpPr>
              <a:cxnSpLocks/>
            </p:cNvCxnSpPr>
            <p:nvPr/>
          </p:nvCxnSpPr>
          <p:spPr>
            <a:xfrm>
              <a:off x="6816103" y="5539117"/>
              <a:ext cx="6742176" cy="0"/>
            </a:xfrm>
            <a:prstGeom prst="line">
              <a:avLst/>
            </a:prstGeom>
            <a:ln w="5715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4058746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dark band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6966E69F-7113-AC99-F7E1-A44B7D64DEF3}"/>
              </a:ext>
            </a:extLst>
          </p:cNvPr>
          <p:cNvSpPr/>
          <p:nvPr userDrawn="1"/>
        </p:nvSpPr>
        <p:spPr>
          <a:xfrm>
            <a:off x="0" y="0"/>
            <a:ext cx="12192000" cy="304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PK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0C7E2C-83B2-58E9-DE90-AB1857F1A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r>
              <a:rPr lang="en-US" noProof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87B4A1-AE7C-A6CC-7143-5EC918D66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fld id="{5BFCF61C-3B18-4C03-8326-CC3B32D710C9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A78715BA-7A66-D464-AAEF-141988B87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1463040"/>
            <a:ext cx="10515600" cy="575321"/>
          </a:xfrm>
        </p:spPr>
        <p:txBody>
          <a:bodyPr/>
          <a:lstStyle>
            <a:lvl1pPr>
              <a:defRPr sz="5000">
                <a:solidFill>
                  <a:schemeClr val="accent5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D0BF4BF-3C7C-C67F-B6EE-805EC95EF8C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49224" y="3483864"/>
            <a:ext cx="4828032" cy="49053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F15CD76-2DD5-DB8A-37D3-6098A50870D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65760" y="3931920"/>
            <a:ext cx="4754880" cy="1682750"/>
          </a:xfrm>
        </p:spPr>
        <p:txBody>
          <a:bodyPr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7A044E0-660B-4002-E13C-F00498E4978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43600" y="3931920"/>
            <a:ext cx="4754880" cy="1682750"/>
          </a:xfrm>
        </p:spPr>
        <p:txBody>
          <a:bodyPr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FF8CCEDA-D691-A48A-BAAF-D004EBE38E55}"/>
              </a:ext>
            </a:extLst>
          </p:cNvPr>
          <p:cNvGrpSpPr/>
          <p:nvPr userDrawn="1"/>
        </p:nvGrpSpPr>
        <p:grpSpPr>
          <a:xfrm rot="16200000" flipV="1">
            <a:off x="8764091" y="3943349"/>
            <a:ext cx="5829301" cy="0"/>
            <a:chOff x="2287349" y="55407920"/>
            <a:chExt cx="11160369" cy="0"/>
          </a:xfrm>
        </p:grpSpPr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5605A0EB-A31A-D2D4-5671-D1F763493E1F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5934529" y="51760740"/>
              <a:ext cx="0" cy="7294360"/>
            </a:xfrm>
            <a:prstGeom prst="line">
              <a:avLst/>
            </a:prstGeom>
            <a:ln w="444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EFEFE03D-E00E-B4FD-6765-44E55D5FA212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1514714" y="53474916"/>
              <a:ext cx="0" cy="3866008"/>
            </a:xfrm>
            <a:prstGeom prst="line">
              <a:avLst/>
            </a:prstGeom>
            <a:ln w="444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0362806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on the lef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0F5A1967-7F8F-319E-2E67-BD9E4F074B05}"/>
              </a:ext>
            </a:extLst>
          </p:cNvPr>
          <p:cNvSpPr/>
          <p:nvPr userDrawn="1"/>
        </p:nvSpPr>
        <p:spPr>
          <a:xfrm>
            <a:off x="8115301" y="0"/>
            <a:ext cx="407669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PK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noProof="0">
              <a:solidFill>
                <a:schemeClr val="bg2"/>
              </a:solidFill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52425424-7549-BE00-EA05-384DBD00F3B2}"/>
              </a:ext>
            </a:extLst>
          </p:cNvPr>
          <p:cNvGrpSpPr/>
          <p:nvPr userDrawn="1"/>
        </p:nvGrpSpPr>
        <p:grpSpPr>
          <a:xfrm>
            <a:off x="6317679" y="4564864"/>
            <a:ext cx="5858373" cy="385"/>
            <a:chOff x="5440605" y="5540787"/>
            <a:chExt cx="5858373" cy="385"/>
          </a:xfrm>
        </p:grpSpPr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4D88329B-DC1A-F93F-7A3A-84FDE2989BB6}"/>
                </a:ext>
              </a:extLst>
            </p:cNvPr>
            <p:cNvCxnSpPr>
              <a:cxnSpLocks/>
            </p:cNvCxnSpPr>
            <p:nvPr/>
          </p:nvCxnSpPr>
          <p:spPr>
            <a:xfrm>
              <a:off x="5440605" y="5541172"/>
              <a:ext cx="1797621" cy="0"/>
            </a:xfrm>
            <a:prstGeom prst="line">
              <a:avLst/>
            </a:prstGeom>
            <a:ln w="571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E7690B71-E252-7020-6DC7-F643767B2B78}"/>
                </a:ext>
              </a:extLst>
            </p:cNvPr>
            <p:cNvCxnSpPr>
              <a:cxnSpLocks/>
            </p:cNvCxnSpPr>
            <p:nvPr/>
          </p:nvCxnSpPr>
          <p:spPr>
            <a:xfrm>
              <a:off x="7237724" y="5540787"/>
              <a:ext cx="4061254" cy="0"/>
            </a:xfrm>
            <a:prstGeom prst="line">
              <a:avLst/>
            </a:prstGeom>
            <a:ln w="571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0C7E2C-83B2-58E9-DE90-AB1857F1A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87B4A1-AE7C-A6CC-7143-5EC918D66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A78715BA-7A66-D464-AAEF-141988B87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0" y="2514600"/>
            <a:ext cx="4846320" cy="1682749"/>
          </a:xfrm>
        </p:spPr>
        <p:txBody>
          <a:bodyPr/>
          <a:lstStyle>
            <a:lvl1pPr>
              <a:lnSpc>
                <a:spcPct val="100000"/>
              </a:lnSpc>
              <a:defRPr sz="5000">
                <a:solidFill>
                  <a:schemeClr val="tx2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D0BF4BF-3C7C-C67F-B6EE-805EC95EF8C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0936" y="1252728"/>
            <a:ext cx="4828032" cy="490538"/>
          </a:xfr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2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BA37E40B-957E-C00E-3B34-1B67D341A77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0936" y="3584448"/>
            <a:ext cx="4828032" cy="490538"/>
          </a:xfr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2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F15CD76-2DD5-DB8A-37D3-6098A50870D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65760" y="1792224"/>
            <a:ext cx="4754880" cy="1682750"/>
          </a:xfrm>
        </p:spPr>
        <p:txBody>
          <a:bodyPr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7A044E0-660B-4002-E13C-F00498E4978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65760" y="4123944"/>
            <a:ext cx="4754880" cy="941831"/>
          </a:xfrm>
        </p:spPr>
        <p:txBody>
          <a:bodyPr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93287C28-1CA8-AEA5-1E16-BC0B1E99CD2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0936" y="5065776"/>
            <a:ext cx="4828032" cy="490538"/>
          </a:xfr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2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3" name="Text Placeholder 13">
            <a:extLst>
              <a:ext uri="{FF2B5EF4-FFF2-40B4-BE49-F238E27FC236}">
                <a16:creationId xmlns:a16="http://schemas.microsoft.com/office/drawing/2014/main" id="{19920C32-5167-72B1-7B9E-709723F907CE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65760" y="5605272"/>
            <a:ext cx="4754880" cy="1143254"/>
          </a:xfrm>
        </p:spPr>
        <p:txBody>
          <a:bodyPr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7759829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on the righ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F5F7D9D8-A960-E038-84D2-764C7A50F698}"/>
              </a:ext>
            </a:extLst>
          </p:cNvPr>
          <p:cNvSpPr/>
          <p:nvPr userDrawn="1"/>
        </p:nvSpPr>
        <p:spPr>
          <a:xfrm>
            <a:off x="-12700" y="858"/>
            <a:ext cx="3060700" cy="6857142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solidFill>
                <a:schemeClr val="bg1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0C7E2C-83B2-58E9-DE90-AB1857F1A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87B4A1-AE7C-A6CC-7143-5EC918D66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A78715BA-7A66-D464-AAEF-141988B87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7512" y="1399032"/>
            <a:ext cx="4846320" cy="1682749"/>
          </a:xfrm>
        </p:spPr>
        <p:txBody>
          <a:bodyPr/>
          <a:lstStyle>
            <a:lvl1pPr>
              <a:lnSpc>
                <a:spcPct val="80000"/>
              </a:lnSpc>
              <a:defRPr sz="5000">
                <a:solidFill>
                  <a:schemeClr val="tx2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D0BF4BF-3C7C-C67F-B6EE-805EC95EF8C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45352" y="1252728"/>
            <a:ext cx="4828032" cy="490538"/>
          </a:xfr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2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BA37E40B-957E-C00E-3B34-1B67D341A77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45352" y="3502152"/>
            <a:ext cx="4828032" cy="49053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F15CD76-2DD5-DB8A-37D3-6098A50870D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989320" y="1792224"/>
            <a:ext cx="4754880" cy="1682750"/>
          </a:xfrm>
        </p:spPr>
        <p:txBody>
          <a:bodyPr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7A044E0-660B-4002-E13C-F00498E4978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89320" y="3941064"/>
            <a:ext cx="4754880" cy="1682750"/>
          </a:xfrm>
        </p:spPr>
        <p:txBody>
          <a:bodyPr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0DF3371-342F-C17D-5A7F-EF76E89A55C5}"/>
              </a:ext>
            </a:extLst>
          </p:cNvPr>
          <p:cNvGrpSpPr/>
          <p:nvPr userDrawn="1"/>
        </p:nvGrpSpPr>
        <p:grpSpPr>
          <a:xfrm>
            <a:off x="-11882" y="3045007"/>
            <a:ext cx="4279082" cy="364"/>
            <a:chOff x="5475479" y="5537794"/>
            <a:chExt cx="4279082" cy="364"/>
          </a:xfrm>
        </p:grpSpPr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84369914-5489-3EA1-5419-F83F6C7A150D}"/>
                </a:ext>
              </a:extLst>
            </p:cNvPr>
            <p:cNvCxnSpPr>
              <a:cxnSpLocks/>
            </p:cNvCxnSpPr>
            <p:nvPr/>
          </p:nvCxnSpPr>
          <p:spPr>
            <a:xfrm>
              <a:off x="5475479" y="5537976"/>
              <a:ext cx="3060700" cy="0"/>
            </a:xfrm>
            <a:prstGeom prst="line">
              <a:avLst/>
            </a:prstGeom>
            <a:ln w="571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0BDE23CC-0B75-F3A6-1882-265BF90D4AA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37690" y="5537794"/>
              <a:ext cx="1216871" cy="364"/>
            </a:xfrm>
            <a:prstGeom prst="line">
              <a:avLst/>
            </a:prstGeom>
            <a:ln w="571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2909772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on the right dark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5749AEB6-4539-A203-D085-8EBE329C08E0}"/>
              </a:ext>
            </a:extLst>
          </p:cNvPr>
          <p:cNvSpPr/>
          <p:nvPr userDrawn="1"/>
        </p:nvSpPr>
        <p:spPr>
          <a:xfrm>
            <a:off x="3962399" y="858"/>
            <a:ext cx="8271641" cy="685714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solidFill>
                <a:schemeClr val="tx2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0C7E2C-83B2-58E9-DE90-AB1857F1A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87B4A1-AE7C-A6CC-7143-5EC918D66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BFCF61C-3B18-4C03-8326-CC3B32D710C9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A78715BA-7A66-D464-AAEF-141988B87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7512" y="1399032"/>
            <a:ext cx="4846320" cy="1682749"/>
          </a:xfrm>
        </p:spPr>
        <p:txBody>
          <a:bodyPr/>
          <a:lstStyle>
            <a:lvl1pPr>
              <a:lnSpc>
                <a:spcPct val="80000"/>
              </a:lnSpc>
              <a:defRPr sz="5000">
                <a:solidFill>
                  <a:schemeClr val="accent4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D0BF4BF-3C7C-C67F-B6EE-805EC95EF8C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45352" y="1353312"/>
            <a:ext cx="4828032" cy="49053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>
                <a:solidFill>
                  <a:schemeClr val="accent5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BA37E40B-957E-C00E-3B34-1B67D341A77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45352" y="3502152"/>
            <a:ext cx="4828032" cy="49053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>
                <a:solidFill>
                  <a:schemeClr val="accent5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F15CD76-2DD5-DB8A-37D3-6098A50870D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971032" y="1792224"/>
            <a:ext cx="4754880" cy="1682750"/>
          </a:xfrm>
        </p:spPr>
        <p:txBody>
          <a:bodyPr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accent5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accent5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accent5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accent5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7A044E0-660B-4002-E13C-F00498E4978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71032" y="3941064"/>
            <a:ext cx="4754880" cy="1682750"/>
          </a:xfrm>
        </p:spPr>
        <p:txBody>
          <a:bodyPr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accent5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accent5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accent5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accent5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0D78A0CF-0A37-4436-67C4-B32FD7703E96}"/>
              </a:ext>
            </a:extLst>
          </p:cNvPr>
          <p:cNvGrpSpPr/>
          <p:nvPr userDrawn="1"/>
        </p:nvGrpSpPr>
        <p:grpSpPr>
          <a:xfrm>
            <a:off x="-28308" y="2514621"/>
            <a:ext cx="5666632" cy="0"/>
            <a:chOff x="5464255" y="5541151"/>
            <a:chExt cx="5666632" cy="0"/>
          </a:xfrm>
        </p:grpSpPr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8FC6D8A4-CA31-16C2-95B7-B98F65F29A69}"/>
                </a:ext>
              </a:extLst>
            </p:cNvPr>
            <p:cNvCxnSpPr>
              <a:cxnSpLocks/>
            </p:cNvCxnSpPr>
            <p:nvPr/>
          </p:nvCxnSpPr>
          <p:spPr>
            <a:xfrm>
              <a:off x="5464255" y="5541151"/>
              <a:ext cx="3991534" cy="0"/>
            </a:xfrm>
            <a:prstGeom prst="line">
              <a:avLst/>
            </a:prstGeom>
            <a:ln w="5715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02097A8D-64FC-CDBD-4497-5E32BC6AF9C2}"/>
                </a:ext>
              </a:extLst>
            </p:cNvPr>
            <p:cNvCxnSpPr>
              <a:cxnSpLocks/>
            </p:cNvCxnSpPr>
            <p:nvPr/>
          </p:nvCxnSpPr>
          <p:spPr>
            <a:xfrm>
              <a:off x="9454487" y="5541151"/>
              <a:ext cx="1676400" cy="0"/>
            </a:xfrm>
            <a:prstGeom prst="line">
              <a:avLst/>
            </a:prstGeom>
            <a:ln w="571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781931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accent3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CF6E0F-D722-BAD9-C6AD-9A11DAE47E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160B7A-B490-F67E-2740-38CA3A987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14A6C9A-83F0-5E94-8A5B-89CB08282C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95144" y="1463040"/>
            <a:ext cx="7498080" cy="704088"/>
          </a:xfrm>
        </p:spPr>
        <p:txBody>
          <a:bodyPr/>
          <a:lstStyle>
            <a:lvl1pPr>
              <a:defRPr sz="5000"/>
            </a:lvl1pPr>
          </a:lstStyle>
          <a:p>
            <a:r>
              <a:rPr lang="en-US" noProof="0"/>
              <a:t>Click to edit Master title style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52784B99-8374-AA22-4161-578F9BF77E2B}"/>
              </a:ext>
            </a:extLst>
          </p:cNvPr>
          <p:cNvGrpSpPr/>
          <p:nvPr userDrawn="1"/>
        </p:nvGrpSpPr>
        <p:grpSpPr>
          <a:xfrm>
            <a:off x="2400300" y="2535841"/>
            <a:ext cx="9801127" cy="821"/>
            <a:chOff x="2286319" y="5546299"/>
            <a:chExt cx="9801127" cy="903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0F45B19-145D-7398-7A64-A88B28251AAD}"/>
                </a:ext>
              </a:extLst>
            </p:cNvPr>
            <p:cNvCxnSpPr>
              <a:cxnSpLocks/>
            </p:cNvCxnSpPr>
            <p:nvPr/>
          </p:nvCxnSpPr>
          <p:spPr>
            <a:xfrm>
              <a:off x="2286319" y="5546299"/>
              <a:ext cx="7391400" cy="0"/>
            </a:xfrm>
            <a:prstGeom prst="line">
              <a:avLst/>
            </a:prstGeom>
            <a:ln w="5715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0029EB3C-D7BA-1FCE-3158-8F1116C6F5BE}"/>
                </a:ext>
              </a:extLst>
            </p:cNvPr>
            <p:cNvCxnSpPr>
              <a:cxnSpLocks/>
            </p:cNvCxnSpPr>
            <p:nvPr/>
          </p:nvCxnSpPr>
          <p:spPr>
            <a:xfrm>
              <a:off x="9676016" y="5547202"/>
              <a:ext cx="2411430" cy="0"/>
            </a:xfrm>
            <a:prstGeom prst="line">
              <a:avLst/>
            </a:prstGeom>
            <a:ln w="571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F8F78388-68BC-0124-C243-36D5B5DC78E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22576" y="2971800"/>
            <a:ext cx="4828032" cy="49053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D7FBEF6F-7749-849E-36C5-CC056F30711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322576" y="4443984"/>
            <a:ext cx="4828032" cy="49053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A350182-DD59-73E2-C20A-4B5FE671544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020824" y="3401568"/>
            <a:ext cx="8379220" cy="975260"/>
          </a:xfrm>
        </p:spPr>
        <p:txBody>
          <a:bodyPr numCol="2" spcCol="91440"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E14A588-A920-9AE0-A268-A008EAF6FCB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020824" y="4901184"/>
            <a:ext cx="8379220" cy="975260"/>
          </a:xfrm>
        </p:spPr>
        <p:txBody>
          <a:bodyPr numCol="2" spcCol="91440"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7890225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bg>
      <p:bgPr>
        <a:solidFill>
          <a:schemeClr val="accent3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CF6E0F-D722-BAD9-C6AD-9A11DAE47E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160B7A-B490-F67E-2740-38CA3A987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14A6C9A-83F0-5E94-8A5B-89CB08282C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1463040"/>
            <a:ext cx="10871708" cy="704088"/>
          </a:xfrm>
        </p:spPr>
        <p:txBody>
          <a:bodyPr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F8F78388-68BC-0124-C243-36D5B5DC78E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49224" y="2980944"/>
            <a:ext cx="3282696" cy="1106424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D7FBEF6F-7749-849E-36C5-CC056F30711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334256" y="2980944"/>
            <a:ext cx="3282696" cy="1106424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A350182-DD59-73E2-C20A-4B5FE671544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65760" y="4114800"/>
            <a:ext cx="3282696" cy="975260"/>
          </a:xfrm>
        </p:spPr>
        <p:txBody>
          <a:bodyPr numCol="1" spcCol="91440"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E14A588-A920-9AE0-A268-A008EAF6FCB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005072" y="4114800"/>
            <a:ext cx="3282696" cy="975260"/>
          </a:xfrm>
        </p:spPr>
        <p:txBody>
          <a:bodyPr numCol="1" spcCol="91440"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B8221A12-8B19-605A-2244-2D732269C955}"/>
              </a:ext>
            </a:extLst>
          </p:cNvPr>
          <p:cNvGrpSpPr/>
          <p:nvPr userDrawn="1"/>
        </p:nvGrpSpPr>
        <p:grpSpPr>
          <a:xfrm>
            <a:off x="716788" y="2527173"/>
            <a:ext cx="10758424" cy="1564"/>
            <a:chOff x="2792270" y="5541172"/>
            <a:chExt cx="11391900" cy="158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A86C500B-5A93-298F-7CEF-ED445452E460}"/>
                </a:ext>
              </a:extLst>
            </p:cNvPr>
            <p:cNvCxnSpPr>
              <a:cxnSpLocks/>
            </p:cNvCxnSpPr>
            <p:nvPr/>
          </p:nvCxnSpPr>
          <p:spPr>
            <a:xfrm>
              <a:off x="2792270" y="5541172"/>
              <a:ext cx="6760464" cy="0"/>
            </a:xfrm>
            <a:prstGeom prst="line">
              <a:avLst/>
            </a:prstGeom>
            <a:ln w="571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D7A559BC-EF4A-29D4-CF56-6425516A5D91}"/>
                </a:ext>
              </a:extLst>
            </p:cNvPr>
            <p:cNvCxnSpPr>
              <a:cxnSpLocks/>
            </p:cNvCxnSpPr>
            <p:nvPr/>
          </p:nvCxnSpPr>
          <p:spPr>
            <a:xfrm>
              <a:off x="9552734" y="5541330"/>
              <a:ext cx="4631436" cy="0"/>
            </a:xfrm>
            <a:prstGeom prst="line">
              <a:avLst/>
            </a:prstGeom>
            <a:ln w="571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D2D34186-8505-57AE-F518-0C83BF1C06C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266176" y="2980944"/>
            <a:ext cx="3282696" cy="1106424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13">
            <a:extLst>
              <a:ext uri="{FF2B5EF4-FFF2-40B4-BE49-F238E27FC236}">
                <a16:creationId xmlns:a16="http://schemas.microsoft.com/office/drawing/2014/main" id="{ABE767DA-9D93-94AD-D34D-2B8A51A7664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973568" y="4114800"/>
            <a:ext cx="3282696" cy="975260"/>
          </a:xfrm>
        </p:spPr>
        <p:txBody>
          <a:bodyPr numCol="1" spcCol="91440"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1814756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AE86B75-C16C-C033-D27D-FF84EFB71131}"/>
              </a:ext>
            </a:extLst>
          </p:cNvPr>
          <p:cNvSpPr/>
          <p:nvPr userDrawn="1"/>
        </p:nvSpPr>
        <p:spPr>
          <a:xfrm>
            <a:off x="0" y="0"/>
            <a:ext cx="100203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31443F-EAC2-06D1-A3D1-D73510EAF2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3432" y="1426464"/>
            <a:ext cx="6675120" cy="1702816"/>
          </a:xfrm>
        </p:spPr>
        <p:txBody>
          <a:bodyPr anchor="t"/>
          <a:lstStyle>
            <a:lvl1pPr>
              <a:lnSpc>
                <a:spcPct val="80000"/>
              </a:lnSpc>
              <a:defRPr sz="7200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80535FC-1B0E-C4EB-FE55-190522219FEA}"/>
              </a:ext>
            </a:extLst>
          </p:cNvPr>
          <p:cNvGrpSpPr/>
          <p:nvPr userDrawn="1"/>
        </p:nvGrpSpPr>
        <p:grpSpPr>
          <a:xfrm>
            <a:off x="3979533" y="5799270"/>
            <a:ext cx="8212467" cy="0"/>
            <a:chOff x="3733800" y="5537385"/>
            <a:chExt cx="8212467" cy="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9CA6B206-18E0-06D2-958F-E859A1428A57}"/>
                </a:ext>
              </a:extLst>
            </p:cNvPr>
            <p:cNvCxnSpPr>
              <a:cxnSpLocks/>
            </p:cNvCxnSpPr>
            <p:nvPr/>
          </p:nvCxnSpPr>
          <p:spPr>
            <a:xfrm>
              <a:off x="3733800" y="5537385"/>
              <a:ext cx="6054153" cy="0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0447EEA7-F856-F6C0-18DD-5D37FD51D45B}"/>
                </a:ext>
              </a:extLst>
            </p:cNvPr>
            <p:cNvCxnSpPr>
              <a:cxnSpLocks/>
            </p:cNvCxnSpPr>
            <p:nvPr/>
          </p:nvCxnSpPr>
          <p:spPr>
            <a:xfrm>
              <a:off x="9774567" y="5537385"/>
              <a:ext cx="2171700" cy="0"/>
            </a:xfrm>
            <a:prstGeom prst="line">
              <a:avLst/>
            </a:prstGeom>
            <a:ln w="571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9C909AE-4D54-F197-103E-29E9C2597F5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77056" y="3383280"/>
            <a:ext cx="4754880" cy="2057400"/>
          </a:xfr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200" b="1">
                <a:solidFill>
                  <a:schemeClr val="bg1"/>
                </a:solidFill>
              </a:defRPr>
            </a:lvl1pPr>
            <a:lvl2pPr marL="0" indent="0">
              <a:lnSpc>
                <a:spcPct val="150000"/>
              </a:lnSpc>
              <a:spcBef>
                <a:spcPts val="0"/>
              </a:spcBef>
              <a:buNone/>
              <a:defRPr sz="22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5259683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C28C00-D101-DFF8-7E0A-1AEBF0DBE7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4C5F1F-F8B7-6C5F-6A7F-5F8F6128A1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D9287E-E726-E0E6-2871-FE77159B5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60592E8-155C-36FA-DA0A-52B23CE8AF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57633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64B432-06C2-E932-E96F-67CECC2E96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F1F3471-B7F6-01DB-D712-136C1626D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P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C05956-4CA5-988F-7C93-317A88D120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noProof="0" smtClean="0"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8561461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AB670E-478C-D301-FCE5-E830024697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3B16CD-30BD-156F-11B4-9CF89A0642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3C54B0-9878-1911-8DE9-EC464D2027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6493B1-79A4-1FA9-B462-853856DE8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97EEE8-8F1E-8F14-E2ED-333A1FF247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DFABEB-B6B7-2591-AE85-265A3F873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noProof="0" smtClean="0"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0623095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E52A6A-C17E-2616-3199-C8D78E7EE7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7705714-E101-08DD-6A13-D561A3EC2C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noProof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6ECB26-D659-5BC3-C669-1B45225D27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464F27-6C3B-1E36-B1DC-ECB72DCF2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C595AB-D292-D355-47CD-748C160B1B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1CEE5F-F44A-DD2C-EEC3-D4C76B69D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noProof="0" smtClean="0"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75293897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용 3열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제목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rtl="0"/>
            <a:r>
              <a:rPr lang="ko-KR" altLang="en-US" noProof="0"/>
              <a:t>마스터 제목 스타일을 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15" name="텍스트 개체 틀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5900" y="2563123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lvl="0" rtl="0"/>
            <a:r>
              <a:rPr lang="ko-KR" altLang="en-US" noProof="0"/>
              <a:t>부제목을 추가하려면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17" name="텍스트 개체 틀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85664" y="3070348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ko-KR" altLang="en-US" noProof="0"/>
              <a:t>텍스트를 추가하려면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31" name="텍스트 개체 틀 15">
            <a:extLst>
              <a:ext uri="{FF2B5EF4-FFF2-40B4-BE49-F238E27FC236}">
                <a16:creationId xmlns:a16="http://schemas.microsoft.com/office/drawing/2014/main" id="{87DD41A9-B6B3-48D9-A3A6-831B39C9158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73004" y="2563123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ko-KR" altLang="en-US" noProof="0"/>
              <a:t>부제목을 추가하려면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32" name="텍스트 개체 틀 18">
            <a:extLst>
              <a:ext uri="{FF2B5EF4-FFF2-40B4-BE49-F238E27FC236}">
                <a16:creationId xmlns:a16="http://schemas.microsoft.com/office/drawing/2014/main" id="{FB791E68-EDF5-4CC2-8774-A27AEF1D25E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73143" y="3070348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ko-KR" altLang="en-US" noProof="0"/>
              <a:t>텍스트를 추가하려면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33" name="텍스트 개체 틀 15">
            <a:extLst>
              <a:ext uri="{FF2B5EF4-FFF2-40B4-BE49-F238E27FC236}">
                <a16:creationId xmlns:a16="http://schemas.microsoft.com/office/drawing/2014/main" id="{AA224F82-7E0C-4EBF-97D3-132481DBCD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485899" y="4319431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ko-KR" altLang="en-US" noProof="0"/>
              <a:t>부제목을 추가하려면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34" name="텍스트 개체 틀 18">
            <a:extLst>
              <a:ext uri="{FF2B5EF4-FFF2-40B4-BE49-F238E27FC236}">
                <a16:creationId xmlns:a16="http://schemas.microsoft.com/office/drawing/2014/main" id="{699D24C6-4AFB-4222-8E0C-4D11CD9C0FF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486412" y="4826656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ko-KR" altLang="en-US" noProof="0"/>
              <a:t>텍스트를 추가하려면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12" name="텍스트 개체 틀 15">
            <a:extLst>
              <a:ext uri="{FF2B5EF4-FFF2-40B4-BE49-F238E27FC236}">
                <a16:creationId xmlns:a16="http://schemas.microsoft.com/office/drawing/2014/main" id="{3B05E19C-DF33-4515-AC52-F95850810EC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672630" y="4319431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ko-KR" altLang="en-US" noProof="0"/>
              <a:t>부제목을 추가하려면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13" name="텍스트 개체 틀 18">
            <a:extLst>
              <a:ext uri="{FF2B5EF4-FFF2-40B4-BE49-F238E27FC236}">
                <a16:creationId xmlns:a16="http://schemas.microsoft.com/office/drawing/2014/main" id="{C0EBC62D-442C-45D3-B66B-C6578FBB337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673143" y="4826656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ko-KR" altLang="en-US" noProof="0"/>
              <a:t>텍스트를 추가하려면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 noProof="0"/>
              <a:t>20XX</a:t>
            </a:r>
            <a:r>
              <a:rPr lang="ko-KR" altLang="en-US" noProof="0"/>
              <a:t>년</a:t>
            </a:r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noProof="0"/>
              <a:t>설명 자료</a:t>
            </a:r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B5CEABB6-07DC-46E8-9B57-56EC44A396E5}" type="slidenum">
              <a:rPr lang="en-US" altLang="ko-KR" noProof="0" smtClean="0"/>
              <a:pPr/>
              <a:t>‹#›</a:t>
            </a:fld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2" name="직선 연결선(S) 1">
            <a:extLst>
              <a:ext uri="{FF2B5EF4-FFF2-40B4-BE49-F238E27FC236}">
                <a16:creationId xmlns:a16="http://schemas.microsoft.com/office/drawing/2014/main" id="{9298DCF7-7DC1-4618-8133-F63847B0AF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688388" y="0"/>
            <a:ext cx="3503612" cy="23529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직선 연결선(S) 5">
            <a:extLst>
              <a:ext uri="{FF2B5EF4-FFF2-40B4-BE49-F238E27FC236}">
                <a16:creationId xmlns:a16="http://schemas.microsoft.com/office/drawing/2014/main" id="{653A6567-233D-4A3B-B52B-DE7E5E35A1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720943" y="0"/>
            <a:ext cx="2471057" cy="2699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그래픽 6">
            <a:extLst>
              <a:ext uri="{FF2B5EF4-FFF2-40B4-BE49-F238E27FC236}">
                <a16:creationId xmlns:a16="http://schemas.microsoft.com/office/drawing/2014/main" id="{64D564EB-CA78-42C6-AD76-3C4E7B3AEA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8" name="그래픽 7">
            <a:extLst>
              <a:ext uri="{FF2B5EF4-FFF2-40B4-BE49-F238E27FC236}">
                <a16:creationId xmlns:a16="http://schemas.microsoft.com/office/drawing/2014/main" id="{1CFFBB3A-BDCF-4878-8D04-E8BB9A050E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38689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76BC278-3A9A-4241-1DE5-469D2AB5E3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15367"/>
            <a:ext cx="10515600" cy="57532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8A5E58-5605-E2B6-AEBE-7EF159AAD7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21D507-72FD-CB53-B342-C69D562AFD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A3E9A7-861F-C5C4-DD4E-37AC66D867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1480" y="301752"/>
            <a:ext cx="1828800" cy="2743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Presentation title</a:t>
            </a:r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77A1DC-56B8-6C78-5020-E45478D099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22408" y="301752"/>
            <a:ext cx="1673352" cy="2743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5BFCF61C-3B18-4C03-8326-CC3B32D710C9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350680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9" r:id="rId2"/>
    <p:sldLayoutId id="2147483651" r:id="rId3"/>
    <p:sldLayoutId id="2147483660" r:id="rId4"/>
    <p:sldLayoutId id="2147483661" r:id="rId5"/>
    <p:sldLayoutId id="2147483665" r:id="rId6"/>
    <p:sldLayoutId id="2147483662" r:id="rId7"/>
    <p:sldLayoutId id="2147483664" r:id="rId8"/>
    <p:sldLayoutId id="2147483663" r:id="rId9"/>
    <p:sldLayoutId id="2147483652" r:id="rId10"/>
    <p:sldLayoutId id="2147483666" r:id="rId11"/>
    <p:sldLayoutId id="2147483658" r:id="rId12"/>
    <p:sldLayoutId id="2147483654" r:id="rId13"/>
    <p:sldLayoutId id="2147483655" r:id="rId14"/>
    <p:sldLayoutId id="2147483656" r:id="rId15"/>
    <p:sldLayoutId id="2147483657" r:id="rId16"/>
    <p:sldLayoutId id="2147483667" r:id="rId17"/>
  </p:sldLayoutIdLst>
  <p:hf hd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 cap="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5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jpe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5.png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5.png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5.png"/><Relationship Id="rId5" Type="http://schemas.openxmlformats.org/officeDocument/2006/relationships/image" Target="../media/image19.png"/><Relationship Id="rId4" Type="http://schemas.openxmlformats.org/officeDocument/2006/relationships/image" Target="../media/image18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5.png"/><Relationship Id="rId4" Type="http://schemas.openxmlformats.org/officeDocument/2006/relationships/image" Target="../media/image2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5.png"/><Relationship Id="rId4" Type="http://schemas.openxmlformats.org/officeDocument/2006/relationships/image" Target="../media/image2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tbD-PNxHf5s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6.png"/><Relationship Id="rId4" Type="http://schemas.openxmlformats.org/officeDocument/2006/relationships/hyperlink" Target="https://youtu.be/LjmOqV8cS9M" TargetMode="Externa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LjmOqV8cS9M" TargetMode="Externa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LjmOqV8cS9M" TargetMode="Externa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LjmOqV8cS9M" TargetMode="Externa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LjmOqV8cS9M" TargetMode="Externa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9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6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9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6.png"/><Relationship Id="rId5" Type="http://schemas.openxmlformats.org/officeDocument/2006/relationships/image" Target="../media/image29.png"/><Relationship Id="rId4" Type="http://schemas.openxmlformats.org/officeDocument/2006/relationships/image" Target="../media/image28.jpe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9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23">
            <a:extLst>
              <a:ext uri="{FF2B5EF4-FFF2-40B4-BE49-F238E27FC236}">
                <a16:creationId xmlns:a16="http://schemas.microsoft.com/office/drawing/2014/main" id="{04B07C7A-8E1D-7BF7-31C8-5C68C6D2F9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58102" y="2572859"/>
            <a:ext cx="4641386" cy="851210"/>
          </a:xfrm>
        </p:spPr>
        <p:txBody>
          <a:bodyPr>
            <a:normAutofit fontScale="90000"/>
          </a:bodyPr>
          <a:lstStyle/>
          <a:p>
            <a:r>
              <a:rPr lang="ko-KR" altLang="en-US">
                <a:cs typeface="Arial"/>
              </a:rPr>
              <a:t>포트폴리오</a:t>
            </a:r>
            <a:endParaRPr lang="en-US">
              <a:cs typeface="Arial"/>
            </a:endParaRPr>
          </a:p>
        </p:txBody>
      </p:sp>
      <p:sp>
        <p:nvSpPr>
          <p:cNvPr id="11" name="Subtitle 10">
            <a:extLst>
              <a:ext uri="{FF2B5EF4-FFF2-40B4-BE49-F238E27FC236}">
                <a16:creationId xmlns:a16="http://schemas.microsoft.com/office/drawing/2014/main" id="{EF3A7BFE-9123-98C4-791C-9A3FE773CF9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pPr marL="342900" indent="-342900">
              <a:buFont typeface="Calibri" panose="020B0604020202020204" pitchFamily="34" charset="0"/>
              <a:buChar char="-"/>
            </a:pPr>
            <a:r>
              <a:rPr lang="ko-KR" altLang="en-US" dirty="0">
                <a:cs typeface="Arial"/>
              </a:rPr>
              <a:t>서버 프로그래머 지원 </a:t>
            </a:r>
            <a:endParaRPr lang="ko-KR" dirty="0"/>
          </a:p>
        </p:txBody>
      </p:sp>
    </p:spTree>
    <p:extLst>
      <p:ext uri="{BB962C8B-B14F-4D97-AF65-F5344CB8AC3E}">
        <p14:creationId xmlns:p14="http://schemas.microsoft.com/office/powerpoint/2010/main" val="28631039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393CE-9363-72CB-FD40-73A65C0DCC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781" y="2309715"/>
            <a:ext cx="1618663" cy="648164"/>
          </a:xfrm>
        </p:spPr>
        <p:txBody>
          <a:bodyPr/>
          <a:lstStyle/>
          <a:p>
            <a:r>
              <a:rPr lang="ko-KR" altLang="en-US"/>
              <a:t>목차 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CB5A03-99D2-C953-F227-3E162025899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6669" y="2126240"/>
            <a:ext cx="4828032" cy="3160635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457200" indent="-457200">
              <a:buAutoNum type="arabicPeriod"/>
            </a:pPr>
            <a:r>
              <a:rPr lang="ko-KR" altLang="en-US">
                <a:cs typeface="Arial"/>
              </a:rPr>
              <a:t>자체 제작 라이브러리를 이용한      각 종 서버 제작 및 테스트</a:t>
            </a:r>
            <a:endParaRPr lang="ko-KR">
              <a:cs typeface="Arial"/>
            </a:endParaRPr>
          </a:p>
          <a:p>
            <a:pPr marL="457200" indent="-457200">
              <a:buAutoNum type="arabicPeriod"/>
            </a:pPr>
            <a:endParaRPr lang="ko-KR" altLang="en-US">
              <a:cs typeface="Arial"/>
            </a:endParaRPr>
          </a:p>
          <a:p>
            <a:pPr marL="457200" indent="-457200">
              <a:buAutoNum type="arabicPeriod"/>
            </a:pPr>
            <a:r>
              <a:rPr lang="ko-KR" altLang="en-US" err="1">
                <a:cs typeface="Arial"/>
              </a:rPr>
              <a:t>Lock</a:t>
            </a:r>
            <a:r>
              <a:rPr lang="ko-KR" altLang="en-US">
                <a:cs typeface="Arial"/>
              </a:rPr>
              <a:t> </a:t>
            </a:r>
            <a:r>
              <a:rPr lang="ko-KR" altLang="en-US" err="1">
                <a:cs typeface="Arial"/>
              </a:rPr>
              <a:t>Free</a:t>
            </a:r>
            <a:r>
              <a:rPr lang="ko-KR" altLang="en-US">
                <a:cs typeface="Arial"/>
              </a:rPr>
              <a:t> 자료구조</a:t>
            </a:r>
          </a:p>
          <a:p>
            <a:endParaRPr lang="ko-KR" altLang="en-US">
              <a:cs typeface="Arial"/>
            </a:endParaRPr>
          </a:p>
          <a:p>
            <a:endParaRPr lang="ko-KR" altLang="en-US">
              <a:cs typeface="Arial"/>
            </a:endParaRPr>
          </a:p>
          <a:p>
            <a:endParaRPr lang="ko-KR" altLang="en-US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223962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9103A-7E0F-A503-491C-874CA2A16B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cs typeface="Arial"/>
              </a:rPr>
              <a:t>프로젝트 개요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B85CC1-CC9E-26A5-C05A-E64ABEDD9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A7A49E4-DCE3-62DE-B6D1-539EBFFFE6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97796" y="2953512"/>
            <a:ext cx="7501623" cy="2215266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342900" indent="-342900">
              <a:buFont typeface="Calibri" panose="020B0604020202020204" pitchFamily="34" charset="0"/>
              <a:buChar char="-"/>
            </a:pPr>
            <a:r>
              <a:rPr lang="ko-KR" altLang="en-US" dirty="0">
                <a:cs typeface="Arial"/>
              </a:rPr>
              <a:t>세션</a:t>
            </a:r>
            <a:r>
              <a:rPr lang="en-US" altLang="ko-KR" dirty="0">
                <a:cs typeface="Arial"/>
              </a:rPr>
              <a:t> 락 </a:t>
            </a:r>
            <a:r>
              <a:rPr lang="en-US" altLang="ko-KR" dirty="0" err="1">
                <a:cs typeface="Arial"/>
              </a:rPr>
              <a:t>제거를</a:t>
            </a:r>
            <a:r>
              <a:rPr lang="en-US" altLang="ko-KR" dirty="0">
                <a:cs typeface="Arial"/>
              </a:rPr>
              <a:t> </a:t>
            </a:r>
            <a:r>
              <a:rPr lang="en-US" altLang="ko-KR" dirty="0" err="1">
                <a:cs typeface="Arial"/>
              </a:rPr>
              <a:t>통한</a:t>
            </a:r>
            <a:r>
              <a:rPr lang="en-US" altLang="ko-KR" dirty="0">
                <a:cs typeface="Arial"/>
              </a:rPr>
              <a:t> IOCP </a:t>
            </a:r>
            <a:r>
              <a:rPr lang="en-US" altLang="ko-KR" dirty="0" err="1">
                <a:cs typeface="Arial"/>
              </a:rPr>
              <a:t>네트워크</a:t>
            </a:r>
            <a:r>
              <a:rPr lang="en-US" altLang="ko-KR" dirty="0">
                <a:cs typeface="Arial"/>
              </a:rPr>
              <a:t> </a:t>
            </a:r>
            <a:r>
              <a:rPr lang="en-US" altLang="ko-KR" dirty="0" err="1">
                <a:cs typeface="Arial"/>
              </a:rPr>
              <a:t>라이브러리</a:t>
            </a:r>
            <a:r>
              <a:rPr lang="en-US" altLang="ko-KR" dirty="0">
                <a:cs typeface="Arial"/>
              </a:rPr>
              <a:t> </a:t>
            </a:r>
            <a:r>
              <a:rPr lang="en-US" altLang="ko-KR" dirty="0" err="1">
                <a:cs typeface="Arial"/>
              </a:rPr>
              <a:t>구현</a:t>
            </a:r>
            <a:endParaRPr lang="ko-KR" dirty="0" err="1"/>
          </a:p>
          <a:p>
            <a:pPr marL="342900" indent="-342900">
              <a:buFont typeface="Calibri" panose="020B0604020202020204" pitchFamily="34" charset="0"/>
              <a:buChar char="-"/>
            </a:pPr>
            <a:r>
              <a:rPr lang="en-US" altLang="ko-KR" dirty="0">
                <a:cs typeface="Arial"/>
              </a:rPr>
              <a:t>Group </a:t>
            </a:r>
            <a:r>
              <a:rPr lang="en-US" altLang="ko-KR" dirty="0" err="1">
                <a:cs typeface="Arial"/>
              </a:rPr>
              <a:t>기반</a:t>
            </a:r>
            <a:r>
              <a:rPr lang="en-US" altLang="ko-KR" dirty="0">
                <a:cs typeface="Arial"/>
              </a:rPr>
              <a:t> Game Library </a:t>
            </a:r>
            <a:r>
              <a:rPr lang="en-US" altLang="ko-KR" dirty="0" err="1">
                <a:cs typeface="Arial"/>
              </a:rPr>
              <a:t>구현</a:t>
            </a:r>
            <a:endParaRPr lang="en-US" altLang="ko-KR" dirty="0">
              <a:cs typeface="Arial"/>
            </a:endParaRPr>
          </a:p>
          <a:p>
            <a:pPr marL="342900" indent="-342900">
              <a:buFont typeface="Calibri" panose="020B0604020202020204" pitchFamily="34" charset="0"/>
              <a:buChar char="-"/>
            </a:pPr>
            <a:r>
              <a:rPr lang="en-US" altLang="ko-KR" dirty="0">
                <a:cs typeface="Arial"/>
              </a:rPr>
              <a:t>Chat / Login / Game / Monitoring </a:t>
            </a:r>
            <a:r>
              <a:rPr lang="en-US" altLang="ko-KR" dirty="0" err="1">
                <a:cs typeface="Arial"/>
              </a:rPr>
              <a:t>서버</a:t>
            </a:r>
            <a:r>
              <a:rPr lang="en-US" altLang="ko-KR" dirty="0">
                <a:cs typeface="Arial"/>
              </a:rPr>
              <a:t> </a:t>
            </a:r>
            <a:r>
              <a:rPr lang="en-US" altLang="ko-KR" dirty="0" err="1">
                <a:cs typeface="Arial"/>
              </a:rPr>
              <a:t>구성</a:t>
            </a:r>
            <a:endParaRPr lang="en-US" altLang="ko-KR" dirty="0">
              <a:cs typeface="Arial"/>
            </a:endParaRPr>
          </a:p>
          <a:p>
            <a:pPr marL="342900" indent="-342900">
              <a:buFont typeface="Calibri" panose="020B0604020202020204" pitchFamily="34" charset="0"/>
              <a:buChar char="-"/>
            </a:pPr>
            <a:r>
              <a:rPr lang="en-US" altLang="ko-KR" dirty="0" err="1">
                <a:cs typeface="Arial"/>
              </a:rPr>
              <a:t>장시간</a:t>
            </a:r>
            <a:r>
              <a:rPr lang="en-US" altLang="ko-KR" dirty="0">
                <a:cs typeface="Arial"/>
              </a:rPr>
              <a:t> </a:t>
            </a:r>
            <a:r>
              <a:rPr lang="en-US" altLang="ko-KR" dirty="0" err="1">
                <a:cs typeface="Arial"/>
              </a:rPr>
              <a:t>무중단</a:t>
            </a:r>
            <a:r>
              <a:rPr lang="en-US" altLang="ko-KR" dirty="0">
                <a:cs typeface="Arial"/>
              </a:rPr>
              <a:t> </a:t>
            </a:r>
            <a:r>
              <a:rPr lang="en-US" altLang="ko-KR" dirty="0" err="1">
                <a:cs typeface="Arial"/>
              </a:rPr>
              <a:t>테스트를</a:t>
            </a:r>
            <a:r>
              <a:rPr lang="en-US" altLang="ko-KR" dirty="0">
                <a:cs typeface="Arial"/>
              </a:rPr>
              <a:t> </a:t>
            </a:r>
            <a:r>
              <a:rPr lang="en-US" altLang="ko-KR" dirty="0" err="1">
                <a:cs typeface="Arial"/>
              </a:rPr>
              <a:t>통한</a:t>
            </a:r>
            <a:r>
              <a:rPr lang="en-US" altLang="ko-KR" dirty="0">
                <a:cs typeface="Arial"/>
              </a:rPr>
              <a:t> </a:t>
            </a:r>
            <a:r>
              <a:rPr lang="en-US" altLang="ko-KR" dirty="0" err="1">
                <a:cs typeface="Arial"/>
              </a:rPr>
              <a:t>신뢰성</a:t>
            </a:r>
            <a:r>
              <a:rPr lang="en-US" altLang="ko-KR" dirty="0">
                <a:cs typeface="Arial"/>
              </a:rPr>
              <a:t> </a:t>
            </a:r>
            <a:r>
              <a:rPr lang="en-US" altLang="ko-KR" dirty="0" err="1">
                <a:cs typeface="Arial"/>
              </a:rPr>
              <a:t>검증</a:t>
            </a:r>
          </a:p>
          <a:p>
            <a:endParaRPr lang="en-US">
              <a:cs typeface="Arial"/>
            </a:endParaRPr>
          </a:p>
          <a:p>
            <a:endParaRPr lang="en-US"/>
          </a:p>
        </p:txBody>
      </p:sp>
      <p:pic>
        <p:nvPicPr>
          <p:cNvPr id="3" name="그림 2" descr="텍스트, 폰트, 화이트, 그래픽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C60BC97-66FB-9736-9901-EE460D165A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788" y="-6447"/>
            <a:ext cx="2774796" cy="700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1540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2C85805-79DB-07ED-6BDE-11B8962D46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>
                <a:latin typeface="Arial"/>
                <a:cs typeface="Arial"/>
              </a:rPr>
              <a:t>Networklibrary</a:t>
            </a:r>
            <a:r>
              <a:rPr lang="en-US">
                <a:latin typeface="Arial"/>
                <a:cs typeface="Arial"/>
              </a:rPr>
              <a:t> </a:t>
            </a:r>
            <a:r>
              <a:rPr lang="ko-KR" altLang="en-US">
                <a:latin typeface="Arial"/>
                <a:cs typeface="Arial"/>
              </a:rPr>
              <a:t>구조</a:t>
            </a:r>
            <a:r>
              <a:rPr lang="en-US">
                <a:latin typeface="Arial"/>
                <a:cs typeface="Arial"/>
              </a:rPr>
              <a:t>​</a:t>
            </a:r>
            <a:br>
              <a:rPr lang="en-US" sz="500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83E68DE-3756-7E72-3F5A-34338BB312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smtClean="0"/>
              <a:t>4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D4C7CBA-BE77-048A-DED3-BCCB5936C5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2054" y="2980944"/>
            <a:ext cx="3319866" cy="449742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ko-KR" altLang="en-US">
                <a:latin typeface="Arial"/>
                <a:cs typeface="Arial"/>
              </a:rPr>
              <a:t>라이브러리</a:t>
            </a:r>
            <a:r>
              <a:rPr lang="en-US" altLang="ko-KR">
                <a:latin typeface="Arial"/>
                <a:cs typeface="Arial"/>
              </a:rPr>
              <a:t> </a:t>
            </a:r>
            <a:r>
              <a:rPr lang="en-US" altLang="ko-KR" err="1">
                <a:latin typeface="Arial"/>
                <a:cs typeface="Arial"/>
              </a:rPr>
              <a:t>구조</a:t>
            </a:r>
            <a:endParaRPr lang="en-US" altLang="ko-KR" sz="2200" b="1" err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749D3A3-A012-454F-EFFD-30D72C9C8AE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09126" y="3427142"/>
            <a:ext cx="3852647" cy="2047015"/>
          </a:xfrm>
        </p:spPr>
        <p:txBody>
          <a:bodyPr vert="horz" lIns="91440" tIns="45720" rIns="91440" bIns="45720" numCol="1" spcCol="91440" rtlCol="0" anchor="t">
            <a:noAutofit/>
          </a:bodyPr>
          <a:lstStyle/>
          <a:p>
            <a:pPr marL="342900" indent="-342900"/>
            <a:r>
              <a:rPr lang="en-US">
                <a:latin typeface="Arial"/>
                <a:cs typeface="Arial"/>
              </a:rPr>
              <a:t>IO​CP </a:t>
            </a:r>
            <a:r>
              <a:rPr lang="ko-KR" altLang="en-US">
                <a:latin typeface="Arial"/>
                <a:cs typeface="Arial"/>
              </a:rPr>
              <a:t>기반</a:t>
            </a:r>
            <a:r>
              <a:rPr lang="en-US">
                <a:latin typeface="Arial"/>
                <a:cs typeface="Arial"/>
              </a:rPr>
              <a:t> </a:t>
            </a:r>
            <a:r>
              <a:rPr lang="ko-KR" altLang="en-US">
                <a:latin typeface="Arial"/>
                <a:cs typeface="Arial"/>
              </a:rPr>
              <a:t>비동기</a:t>
            </a:r>
            <a:r>
              <a:rPr lang="en-US">
                <a:latin typeface="Arial"/>
                <a:cs typeface="Arial"/>
              </a:rPr>
              <a:t> </a:t>
            </a:r>
            <a:r>
              <a:rPr lang="en-US" err="1">
                <a:latin typeface="Arial"/>
                <a:cs typeface="Arial"/>
              </a:rPr>
              <a:t>처리</a:t>
            </a:r>
            <a:endParaRPr lang="en-US" altLang="ko-KR" err="1">
              <a:latin typeface="Arial"/>
              <a:cs typeface="Arial"/>
            </a:endParaRPr>
          </a:p>
          <a:p>
            <a:pPr marL="342900" indent="-342900"/>
            <a:r>
              <a:rPr lang="en-US">
                <a:latin typeface="Arial"/>
                <a:cs typeface="Arial"/>
              </a:rPr>
              <a:t>Send </a:t>
            </a:r>
            <a:r>
              <a:rPr lang="ko-KR" altLang="en-US">
                <a:latin typeface="Arial"/>
                <a:cs typeface="Arial"/>
              </a:rPr>
              <a:t>스레드</a:t>
            </a:r>
            <a:r>
              <a:rPr lang="en-US">
                <a:latin typeface="Arial"/>
                <a:cs typeface="Arial"/>
              </a:rPr>
              <a:t> (On/Off </a:t>
            </a:r>
            <a:r>
              <a:rPr lang="ko-KR" altLang="en-US">
                <a:latin typeface="Arial"/>
                <a:cs typeface="Arial"/>
              </a:rPr>
              <a:t>가능</a:t>
            </a:r>
            <a:r>
              <a:rPr lang="en-US" altLang="ko-KR">
                <a:latin typeface="Arial"/>
                <a:cs typeface="Arial"/>
              </a:rPr>
              <a:t>)</a:t>
            </a:r>
            <a:endParaRPr lang="en-US">
              <a:latin typeface="Arial"/>
              <a:cs typeface="Arial"/>
            </a:endParaRPr>
          </a:p>
          <a:p>
            <a:pPr marL="342900" indent="-342900"/>
            <a:r>
              <a:rPr lang="ko-KR" altLang="en-US">
                <a:latin typeface="Arial"/>
                <a:cs typeface="Arial"/>
              </a:rPr>
              <a:t>세션 배열 및 </a:t>
            </a:r>
            <a:r>
              <a:rPr lang="ko-KR" altLang="en-US" err="1">
                <a:latin typeface="Arial"/>
                <a:cs typeface="Arial"/>
              </a:rPr>
              <a:t>락프리</a:t>
            </a:r>
            <a:r>
              <a:rPr lang="ko-KR" altLang="en-US">
                <a:latin typeface="Arial"/>
                <a:cs typeface="Arial"/>
              </a:rPr>
              <a:t> 스택(</a:t>
            </a:r>
            <a:r>
              <a:rPr lang="ko-KR" altLang="en-US" err="1">
                <a:latin typeface="Arial"/>
                <a:cs typeface="Arial"/>
              </a:rPr>
              <a:t>Index</a:t>
            </a:r>
            <a:r>
              <a:rPr lang="ko-KR" altLang="en-US">
                <a:latin typeface="Arial"/>
                <a:cs typeface="Arial"/>
              </a:rPr>
              <a:t> 관리)</a:t>
            </a:r>
          </a:p>
          <a:p>
            <a:pPr marL="342900" indent="-342900"/>
            <a:r>
              <a:rPr lang="ko-KR" altLang="en-US">
                <a:latin typeface="Arial"/>
                <a:cs typeface="Arial"/>
              </a:rPr>
              <a:t>세션 </a:t>
            </a:r>
            <a:r>
              <a:rPr lang="ko-KR" altLang="en-US" err="1">
                <a:latin typeface="Arial"/>
                <a:cs typeface="Arial"/>
              </a:rPr>
              <a:t>Key기반</a:t>
            </a:r>
            <a:r>
              <a:rPr lang="ko-KR" altLang="en-US">
                <a:latin typeface="Arial"/>
                <a:cs typeface="Arial"/>
              </a:rPr>
              <a:t> 통신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02B69-8EDA-C137-FEEF-12D4F89D01C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41475" y="2974749"/>
            <a:ext cx="3282696" cy="449742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altLang="zh-CN" err="1">
                <a:latin typeface="Arial"/>
                <a:cs typeface="Arial"/>
              </a:rPr>
              <a:t>세션</a:t>
            </a:r>
            <a:r>
              <a:rPr lang="en-US" altLang="zh-CN">
                <a:latin typeface="Arial"/>
                <a:cs typeface="Arial"/>
              </a:rPr>
              <a:t> </a:t>
            </a:r>
            <a:r>
              <a:rPr lang="en-US" altLang="zh-CN" err="1">
                <a:latin typeface="Arial"/>
                <a:cs typeface="Arial"/>
              </a:rPr>
              <a:t>구조</a:t>
            </a:r>
            <a:endParaRPr lang="en-US" altLang="zh-CN" sz="2200" b="1" err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89074EA-C6FF-2A59-04ED-55D899CA345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40633" y="3427142"/>
            <a:ext cx="3449964" cy="981455"/>
          </a:xfrm>
        </p:spPr>
        <p:txBody>
          <a:bodyPr vert="horz" lIns="91440" tIns="45720" rIns="91440" bIns="45720" numCol="1" spcCol="91440" rtlCol="0" anchor="t">
            <a:noAutofit/>
          </a:bodyPr>
          <a:lstStyle/>
          <a:p>
            <a:pPr marL="342900" indent="-342900"/>
            <a:r>
              <a:rPr lang="ko-KR" altLang="en-US">
                <a:latin typeface="Arial"/>
                <a:cs typeface="Arial"/>
              </a:rPr>
              <a:t>송신 큐 : </a:t>
            </a:r>
            <a:r>
              <a:rPr lang="ko-KR" altLang="en-US" err="1">
                <a:latin typeface="Arial"/>
                <a:cs typeface="Arial"/>
              </a:rPr>
              <a:t>락프리</a:t>
            </a:r>
            <a:r>
              <a:rPr lang="ko-KR" altLang="en-US">
                <a:latin typeface="Arial"/>
                <a:cs typeface="Arial"/>
              </a:rPr>
              <a:t> 큐</a:t>
            </a:r>
            <a:endParaRPr lang="ko-KR" altLang="en-US" sz="160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/>
            <a:r>
              <a:rPr lang="ko-KR" altLang="en-US">
                <a:cs typeface="Arial"/>
              </a:rPr>
              <a:t>참조 카운트 기반 세션 유효성 관리</a:t>
            </a:r>
            <a:endParaRPr lang="ko-KR" altLang="en-US" sz="1600">
              <a:cs typeface="Arial"/>
            </a:endParaRPr>
          </a:p>
          <a:p>
            <a:pPr marL="283210" indent="-283210"/>
            <a:endParaRPr lang="en-US">
              <a:cs typeface="Arial"/>
            </a:endParaRPr>
          </a:p>
        </p:txBody>
      </p:sp>
      <p:pic>
        <p:nvPicPr>
          <p:cNvPr id="9" name="그림 8" descr="텍스트, 폰트, 화이트, 그래픽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BCD30F9-DB85-9DC3-88A5-C7F103A8D4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788" y="-6447"/>
            <a:ext cx="2774796" cy="700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59793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EFEC42-B019-8994-7E8E-22B772CE9B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EB8EDD-F8C2-5FFA-18FC-F723D8628C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01" y="1453196"/>
            <a:ext cx="4245096" cy="966674"/>
          </a:xfrm>
        </p:spPr>
        <p:txBody>
          <a:bodyPr/>
          <a:lstStyle/>
          <a:p>
            <a:r>
              <a:rPr lang="ko-KR" altLang="en-US" sz="3600">
                <a:cs typeface="Arial"/>
              </a:rPr>
              <a:t>네트워크 라이브러리 스레드 모델</a:t>
            </a:r>
            <a:br>
              <a:rPr lang="en-US"/>
            </a:br>
            <a:endParaRPr lang="en-US">
              <a:cs typeface="Arial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1C44CC0-ECDB-421B-5DB0-646B1246D164}"/>
              </a:ext>
            </a:extLst>
          </p:cNvPr>
          <p:cNvSpPr/>
          <p:nvPr/>
        </p:nvSpPr>
        <p:spPr>
          <a:xfrm>
            <a:off x="4311136" y="212811"/>
            <a:ext cx="2073188" cy="1826054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FCCF76F-5E39-0EFE-54F4-BA09AE2DACD4}"/>
              </a:ext>
            </a:extLst>
          </p:cNvPr>
          <p:cNvSpPr/>
          <p:nvPr/>
        </p:nvSpPr>
        <p:spPr>
          <a:xfrm>
            <a:off x="9638271" y="212811"/>
            <a:ext cx="1592648" cy="1935891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829C58B-9F26-2B99-0308-1EB730519BA4}"/>
              </a:ext>
            </a:extLst>
          </p:cNvPr>
          <p:cNvSpPr/>
          <p:nvPr/>
        </p:nvSpPr>
        <p:spPr>
          <a:xfrm>
            <a:off x="5382055" y="3302000"/>
            <a:ext cx="1977080" cy="3404972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6639D19-53AE-15CF-8520-23B697F70F8A}"/>
              </a:ext>
            </a:extLst>
          </p:cNvPr>
          <p:cNvSpPr/>
          <p:nvPr/>
        </p:nvSpPr>
        <p:spPr>
          <a:xfrm>
            <a:off x="7592540" y="3302000"/>
            <a:ext cx="1975926" cy="3404972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52203F9-DCC9-2597-5D55-F22B4DCA1BE9}"/>
              </a:ext>
            </a:extLst>
          </p:cNvPr>
          <p:cNvSpPr txBox="1"/>
          <p:nvPr/>
        </p:nvSpPr>
        <p:spPr>
          <a:xfrm>
            <a:off x="4400378" y="329513"/>
            <a:ext cx="140043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err="1">
                <a:cs typeface="Arial"/>
              </a:rPr>
              <a:t>Accept</a:t>
            </a:r>
            <a:r>
              <a:rPr lang="ko-KR" altLang="en-US">
                <a:cs typeface="Arial"/>
              </a:rPr>
              <a:t> </a:t>
            </a:r>
            <a:r>
              <a:rPr lang="ko-KR" altLang="en-US" err="1">
                <a:cs typeface="Arial"/>
              </a:rPr>
              <a:t>Th</a:t>
            </a:r>
            <a:endParaRPr lang="ko-KR" altLang="en-US" err="1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3B3EE5F-67E2-9302-6FB2-4CB96F997A72}"/>
              </a:ext>
            </a:extLst>
          </p:cNvPr>
          <p:cNvSpPr txBox="1"/>
          <p:nvPr/>
        </p:nvSpPr>
        <p:spPr>
          <a:xfrm>
            <a:off x="9830486" y="329513"/>
            <a:ext cx="1400432" cy="166199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err="1">
                <a:solidFill>
                  <a:schemeClr val="accent4"/>
                </a:solidFill>
                <a:cs typeface="Arial"/>
              </a:rPr>
              <a:t>Send</a:t>
            </a:r>
            <a:r>
              <a:rPr lang="ko-KR" altLang="en-US">
                <a:solidFill>
                  <a:schemeClr val="accent4"/>
                </a:solidFill>
                <a:cs typeface="Arial"/>
              </a:rPr>
              <a:t> </a:t>
            </a:r>
            <a:r>
              <a:rPr lang="ko-KR" altLang="en-US" err="1">
                <a:solidFill>
                  <a:schemeClr val="accent4"/>
                </a:solidFill>
                <a:cs typeface="Arial"/>
              </a:rPr>
              <a:t>Th</a:t>
            </a:r>
            <a:endParaRPr lang="ko-KR" altLang="en-US">
              <a:solidFill>
                <a:schemeClr val="accent4"/>
              </a:solidFill>
              <a:cs typeface="Arial"/>
            </a:endParaRPr>
          </a:p>
          <a:p>
            <a:endParaRPr lang="ko-KR" altLang="en-US" sz="1400">
              <a:solidFill>
                <a:schemeClr val="accent4"/>
              </a:solidFill>
              <a:cs typeface="Arial"/>
            </a:endParaRPr>
          </a:p>
          <a:p>
            <a:endParaRPr lang="ko-KR" altLang="en-US" sz="1400">
              <a:solidFill>
                <a:schemeClr val="accent4"/>
              </a:solidFill>
              <a:cs typeface="Arial"/>
            </a:endParaRPr>
          </a:p>
          <a:p>
            <a:endParaRPr lang="ko-KR" altLang="en-US" sz="1400">
              <a:solidFill>
                <a:schemeClr val="accent4"/>
              </a:solidFill>
              <a:cs typeface="Arial"/>
            </a:endParaRPr>
          </a:p>
          <a:p>
            <a:endParaRPr lang="ko-KR" altLang="en-US" sz="1400">
              <a:solidFill>
                <a:schemeClr val="accent4"/>
              </a:solidFill>
              <a:cs typeface="Arial"/>
            </a:endParaRPr>
          </a:p>
          <a:p>
            <a:endParaRPr lang="ko-KR" altLang="en-US" sz="1400">
              <a:solidFill>
                <a:schemeClr val="accent4"/>
              </a:solidFill>
              <a:cs typeface="Arial"/>
            </a:endParaRPr>
          </a:p>
          <a:p>
            <a:r>
              <a:rPr lang="ko-KR" altLang="en-US" sz="1400" err="1">
                <a:solidFill>
                  <a:schemeClr val="accent4"/>
                </a:solidFill>
                <a:cs typeface="Arial"/>
              </a:rPr>
              <a:t>SendPost</a:t>
            </a:r>
            <a:r>
              <a:rPr lang="ko-KR" altLang="en-US" sz="1400">
                <a:solidFill>
                  <a:schemeClr val="accent4"/>
                </a:solidFill>
                <a:cs typeface="Arial"/>
              </a:rPr>
              <a:t>()</a:t>
            </a:r>
          </a:p>
        </p:txBody>
      </p:sp>
      <p:sp>
        <p:nvSpPr>
          <p:cNvPr id="12" name="TextBox 8">
            <a:extLst>
              <a:ext uri="{FF2B5EF4-FFF2-40B4-BE49-F238E27FC236}">
                <a16:creationId xmlns:a16="http://schemas.microsoft.com/office/drawing/2014/main" id="{952203F9-DCC9-2597-5D55-F22B4DCA1BE9}"/>
              </a:ext>
            </a:extLst>
          </p:cNvPr>
          <p:cNvSpPr txBox="1"/>
          <p:nvPr/>
        </p:nvSpPr>
        <p:spPr>
          <a:xfrm>
            <a:off x="4400378" y="329513"/>
            <a:ext cx="2073188" cy="1661993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PK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err="1">
                <a:solidFill>
                  <a:schemeClr val="accent4"/>
                </a:solidFill>
                <a:cs typeface="Arial"/>
              </a:rPr>
              <a:t>Accept</a:t>
            </a:r>
            <a:r>
              <a:rPr lang="ko-KR" altLang="en-US">
                <a:solidFill>
                  <a:schemeClr val="accent4"/>
                </a:solidFill>
                <a:cs typeface="Arial"/>
              </a:rPr>
              <a:t> </a:t>
            </a:r>
            <a:r>
              <a:rPr lang="ko-KR" altLang="en-US" err="1">
                <a:solidFill>
                  <a:schemeClr val="accent4"/>
                </a:solidFill>
                <a:cs typeface="Arial"/>
              </a:rPr>
              <a:t>Th</a:t>
            </a:r>
            <a:endParaRPr lang="ko-KR" altLang="en-US">
              <a:solidFill>
                <a:schemeClr val="accent4"/>
              </a:solidFill>
              <a:cs typeface="Arial"/>
            </a:endParaRPr>
          </a:p>
          <a:p>
            <a:endParaRPr lang="ko-KR" altLang="en-US" sz="1400">
              <a:solidFill>
                <a:schemeClr val="accent4"/>
              </a:solidFill>
              <a:cs typeface="Arial"/>
            </a:endParaRPr>
          </a:p>
          <a:p>
            <a:endParaRPr lang="ko-KR" altLang="en-US" sz="1400">
              <a:solidFill>
                <a:schemeClr val="accent4"/>
              </a:solidFill>
              <a:cs typeface="Arial"/>
            </a:endParaRPr>
          </a:p>
          <a:p>
            <a:endParaRPr lang="ko-KR" altLang="en-US" sz="1400">
              <a:solidFill>
                <a:schemeClr val="accent4"/>
              </a:solidFill>
              <a:cs typeface="Arial"/>
            </a:endParaRPr>
          </a:p>
          <a:p>
            <a:endParaRPr lang="ko-KR" altLang="en-US" sz="1400">
              <a:solidFill>
                <a:schemeClr val="accent4"/>
              </a:solidFill>
              <a:cs typeface="Arial"/>
            </a:endParaRPr>
          </a:p>
          <a:p>
            <a:r>
              <a:rPr lang="ko-KR" altLang="en-US" sz="1400" err="1">
                <a:solidFill>
                  <a:schemeClr val="accent4"/>
                </a:solidFill>
                <a:cs typeface="Arial"/>
              </a:rPr>
              <a:t>OnClientJoin</a:t>
            </a:r>
            <a:r>
              <a:rPr lang="ko-KR" altLang="en-US" sz="1400">
                <a:solidFill>
                  <a:schemeClr val="accent4"/>
                </a:solidFill>
                <a:cs typeface="Arial"/>
              </a:rPr>
              <a:t>(</a:t>
            </a:r>
            <a:r>
              <a:rPr lang="ko-KR" sz="1200" err="1">
                <a:solidFill>
                  <a:schemeClr val="accent4"/>
                </a:solidFill>
                <a:cs typeface="Arial"/>
              </a:rPr>
              <a:t>sessionID</a:t>
            </a:r>
            <a:r>
              <a:rPr lang="ko-KR" altLang="en-US" sz="1400">
                <a:solidFill>
                  <a:schemeClr val="accent4"/>
                </a:solidFill>
                <a:cs typeface="Arial"/>
              </a:rPr>
              <a:t>)</a:t>
            </a:r>
          </a:p>
          <a:p>
            <a:endParaRPr lang="ko-KR" altLang="en-US" sz="1400">
              <a:cs typeface="Arial"/>
            </a:endParaRPr>
          </a:p>
        </p:txBody>
      </p:sp>
      <p:sp>
        <p:nvSpPr>
          <p:cNvPr id="13" name="TextBox 8">
            <a:extLst>
              <a:ext uri="{FF2B5EF4-FFF2-40B4-BE49-F238E27FC236}">
                <a16:creationId xmlns:a16="http://schemas.microsoft.com/office/drawing/2014/main" id="{A0B09983-3221-7AE7-08B9-317EC72FB0F6}"/>
              </a:ext>
            </a:extLst>
          </p:cNvPr>
          <p:cNvSpPr txBox="1"/>
          <p:nvPr/>
        </p:nvSpPr>
        <p:spPr>
          <a:xfrm>
            <a:off x="5553676" y="3432432"/>
            <a:ext cx="1668161" cy="3354765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PK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err="1">
                <a:solidFill>
                  <a:schemeClr val="accent4"/>
                </a:solidFill>
                <a:cs typeface="Arial"/>
              </a:rPr>
              <a:t>Worker</a:t>
            </a:r>
            <a:r>
              <a:rPr lang="ko-KR" altLang="en-US">
                <a:solidFill>
                  <a:schemeClr val="accent4"/>
                </a:solidFill>
                <a:cs typeface="Arial"/>
              </a:rPr>
              <a:t> </a:t>
            </a:r>
            <a:r>
              <a:rPr lang="ko-KR" altLang="en-US" err="1">
                <a:solidFill>
                  <a:schemeClr val="accent4"/>
                </a:solidFill>
                <a:cs typeface="Arial"/>
              </a:rPr>
              <a:t>Th</a:t>
            </a:r>
            <a:endParaRPr lang="ko-KR" altLang="en-US">
              <a:solidFill>
                <a:schemeClr val="accent4"/>
              </a:solidFill>
              <a:cs typeface="Arial"/>
            </a:endParaRPr>
          </a:p>
          <a:p>
            <a:endParaRPr lang="ko-KR" altLang="en-US" sz="1400">
              <a:solidFill>
                <a:schemeClr val="accent4"/>
              </a:solidFill>
              <a:cs typeface="Arial"/>
            </a:endParaRPr>
          </a:p>
          <a:p>
            <a:endParaRPr lang="ko-KR" altLang="en-US" sz="1400">
              <a:solidFill>
                <a:schemeClr val="accent4"/>
              </a:solidFill>
              <a:cs typeface="Arial"/>
            </a:endParaRPr>
          </a:p>
          <a:p>
            <a:r>
              <a:rPr lang="ko-KR" altLang="en-US" sz="1400" err="1">
                <a:solidFill>
                  <a:schemeClr val="accent4"/>
                </a:solidFill>
                <a:cs typeface="Arial"/>
              </a:rPr>
              <a:t>RecvIOProc</a:t>
            </a:r>
            <a:r>
              <a:rPr lang="ko-KR" altLang="en-US" sz="1400">
                <a:solidFill>
                  <a:schemeClr val="accent4"/>
                </a:solidFill>
                <a:cs typeface="Arial"/>
              </a:rPr>
              <a:t>()</a:t>
            </a:r>
          </a:p>
          <a:p>
            <a:r>
              <a:rPr lang="ko-KR" altLang="en-US" sz="1400">
                <a:solidFill>
                  <a:schemeClr val="accent4"/>
                </a:solidFill>
                <a:cs typeface="Arial"/>
              </a:rPr>
              <a:t>{</a:t>
            </a:r>
          </a:p>
          <a:p>
            <a:r>
              <a:rPr lang="ko-KR" altLang="en-US" sz="1400">
                <a:solidFill>
                  <a:schemeClr val="accent4"/>
                </a:solidFill>
                <a:cs typeface="Arial"/>
              </a:rPr>
              <a:t> </a:t>
            </a:r>
            <a:r>
              <a:rPr lang="ko-KR" altLang="en-US" sz="1400" err="1">
                <a:solidFill>
                  <a:schemeClr val="accent4"/>
                </a:solidFill>
                <a:cs typeface="Arial"/>
              </a:rPr>
              <a:t>OnRecv</a:t>
            </a:r>
            <a:r>
              <a:rPr lang="ko-KR" altLang="en-US" sz="1400">
                <a:solidFill>
                  <a:schemeClr val="accent4"/>
                </a:solidFill>
                <a:cs typeface="Arial"/>
              </a:rPr>
              <a:t>(</a:t>
            </a:r>
            <a:r>
              <a:rPr lang="ko-KR" sz="1200" err="1">
                <a:solidFill>
                  <a:schemeClr val="accent4"/>
                </a:solidFill>
                <a:cs typeface="Arial"/>
              </a:rPr>
              <a:t>sessionID</a:t>
            </a:r>
            <a:r>
              <a:rPr lang="ko-KR" altLang="en-US" sz="1400">
                <a:solidFill>
                  <a:schemeClr val="accent4"/>
                </a:solidFill>
                <a:cs typeface="Arial"/>
              </a:rPr>
              <a:t>)</a:t>
            </a:r>
          </a:p>
          <a:p>
            <a:r>
              <a:rPr lang="ko-KR" altLang="en-US" sz="1400">
                <a:solidFill>
                  <a:schemeClr val="accent4"/>
                </a:solidFill>
                <a:cs typeface="Arial"/>
              </a:rPr>
              <a:t>}</a:t>
            </a:r>
          </a:p>
          <a:p>
            <a:endParaRPr lang="ko-KR" altLang="en-US" sz="1400">
              <a:solidFill>
                <a:schemeClr val="accent4"/>
              </a:solidFill>
              <a:cs typeface="Arial"/>
            </a:endParaRPr>
          </a:p>
          <a:p>
            <a:r>
              <a:rPr lang="ko-KR" altLang="en-US" sz="1400" err="1">
                <a:solidFill>
                  <a:schemeClr val="accent4"/>
                </a:solidFill>
                <a:cs typeface="Arial"/>
              </a:rPr>
              <a:t>SendIOProc</a:t>
            </a:r>
            <a:r>
              <a:rPr lang="ko-KR" altLang="en-US" sz="1400">
                <a:solidFill>
                  <a:schemeClr val="accent4"/>
                </a:solidFill>
                <a:cs typeface="Arial"/>
              </a:rPr>
              <a:t>()</a:t>
            </a:r>
          </a:p>
          <a:p>
            <a:endParaRPr lang="ko-KR" altLang="en-US" sz="1400">
              <a:solidFill>
                <a:schemeClr val="accent4"/>
              </a:solidFill>
              <a:cs typeface="Arial"/>
            </a:endParaRPr>
          </a:p>
          <a:p>
            <a:r>
              <a:rPr lang="ko-KR" altLang="en-US" sz="1400" err="1">
                <a:solidFill>
                  <a:schemeClr val="accent4"/>
                </a:solidFill>
                <a:cs typeface="Arial"/>
              </a:rPr>
              <a:t>Release</a:t>
            </a:r>
            <a:r>
              <a:rPr lang="ko-KR" altLang="en-US" sz="1400">
                <a:solidFill>
                  <a:schemeClr val="accent4"/>
                </a:solidFill>
                <a:cs typeface="Arial"/>
              </a:rPr>
              <a:t>()</a:t>
            </a:r>
          </a:p>
          <a:p>
            <a:r>
              <a:rPr lang="ko-KR" altLang="en-US" sz="1400">
                <a:solidFill>
                  <a:schemeClr val="accent4"/>
                </a:solidFill>
                <a:cs typeface="Arial"/>
              </a:rPr>
              <a:t>{ </a:t>
            </a:r>
          </a:p>
          <a:p>
            <a:r>
              <a:rPr lang="ko-KR" altLang="en-US" sz="1400" err="1">
                <a:solidFill>
                  <a:schemeClr val="accent4"/>
                </a:solidFill>
                <a:cs typeface="Arial"/>
              </a:rPr>
              <a:t>OnClientLeave</a:t>
            </a:r>
            <a:r>
              <a:rPr lang="ko-KR" altLang="en-US" sz="1400">
                <a:solidFill>
                  <a:schemeClr val="accent4"/>
                </a:solidFill>
                <a:cs typeface="Arial"/>
              </a:rPr>
              <a:t>(</a:t>
            </a:r>
          </a:p>
          <a:p>
            <a:r>
              <a:rPr lang="ko-KR" sz="1200" err="1">
                <a:solidFill>
                  <a:schemeClr val="accent4"/>
                </a:solidFill>
                <a:cs typeface="Arial"/>
              </a:rPr>
              <a:t>sessionID</a:t>
            </a:r>
            <a:r>
              <a:rPr lang="ko-KR" sz="1200">
                <a:solidFill>
                  <a:schemeClr val="accent4"/>
                </a:solidFill>
                <a:cs typeface="Arial"/>
              </a:rPr>
              <a:t>)</a:t>
            </a:r>
            <a:endParaRPr lang="ko-KR">
              <a:solidFill>
                <a:schemeClr val="accent4"/>
              </a:solidFill>
            </a:endParaRPr>
          </a:p>
          <a:p>
            <a:r>
              <a:rPr lang="ko-KR" altLang="en-US" sz="1400">
                <a:solidFill>
                  <a:schemeClr val="accent4"/>
                </a:solidFill>
                <a:cs typeface="Arial"/>
              </a:rPr>
              <a:t>}</a:t>
            </a:r>
          </a:p>
        </p:txBody>
      </p:sp>
      <p:sp>
        <p:nvSpPr>
          <p:cNvPr id="14" name="TextBox 8">
            <a:extLst>
              <a:ext uri="{FF2B5EF4-FFF2-40B4-BE49-F238E27FC236}">
                <a16:creationId xmlns:a16="http://schemas.microsoft.com/office/drawing/2014/main" id="{5C21D254-249E-492E-F166-A18A446046D2}"/>
              </a:ext>
            </a:extLst>
          </p:cNvPr>
          <p:cNvSpPr txBox="1"/>
          <p:nvPr/>
        </p:nvSpPr>
        <p:spPr>
          <a:xfrm>
            <a:off x="7647460" y="3432432"/>
            <a:ext cx="1613242" cy="3354765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PK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err="1">
                <a:solidFill>
                  <a:schemeClr val="accent4"/>
                </a:solidFill>
                <a:cs typeface="Arial"/>
              </a:rPr>
              <a:t>Worker</a:t>
            </a:r>
            <a:r>
              <a:rPr lang="ko-KR" altLang="en-US">
                <a:solidFill>
                  <a:schemeClr val="accent4"/>
                </a:solidFill>
                <a:cs typeface="Arial"/>
              </a:rPr>
              <a:t> </a:t>
            </a:r>
            <a:r>
              <a:rPr lang="ko-KR" altLang="en-US" err="1">
                <a:solidFill>
                  <a:schemeClr val="accent4"/>
                </a:solidFill>
                <a:cs typeface="Arial"/>
              </a:rPr>
              <a:t>Th</a:t>
            </a:r>
            <a:endParaRPr lang="ko-KR" altLang="en-US">
              <a:solidFill>
                <a:schemeClr val="accent4"/>
              </a:solidFill>
              <a:cs typeface="Arial"/>
            </a:endParaRPr>
          </a:p>
          <a:p>
            <a:endParaRPr lang="ko-KR" altLang="en-US" sz="1400">
              <a:solidFill>
                <a:schemeClr val="accent4"/>
              </a:solidFill>
              <a:cs typeface="Arial"/>
            </a:endParaRPr>
          </a:p>
          <a:p>
            <a:endParaRPr lang="ko-KR" altLang="en-US" sz="1400">
              <a:solidFill>
                <a:schemeClr val="accent4"/>
              </a:solidFill>
              <a:cs typeface="Arial"/>
            </a:endParaRPr>
          </a:p>
          <a:p>
            <a:r>
              <a:rPr lang="ko-KR" sz="1400" err="1">
                <a:solidFill>
                  <a:schemeClr val="accent4"/>
                </a:solidFill>
                <a:cs typeface="Arial"/>
              </a:rPr>
              <a:t>RecvIOProc</a:t>
            </a:r>
            <a:r>
              <a:rPr lang="ko-KR" sz="1400">
                <a:solidFill>
                  <a:schemeClr val="accent4"/>
                </a:solidFill>
                <a:cs typeface="Arial"/>
              </a:rPr>
              <a:t>()</a:t>
            </a:r>
          </a:p>
          <a:p>
            <a:r>
              <a:rPr lang="ko-KR" sz="1400">
                <a:solidFill>
                  <a:schemeClr val="accent4"/>
                </a:solidFill>
                <a:cs typeface="Arial"/>
              </a:rPr>
              <a:t>{</a:t>
            </a:r>
          </a:p>
          <a:p>
            <a:r>
              <a:rPr lang="ko-KR" sz="1400" err="1">
                <a:solidFill>
                  <a:schemeClr val="accent4"/>
                </a:solidFill>
                <a:cs typeface="Arial"/>
              </a:rPr>
              <a:t>OnRecv</a:t>
            </a:r>
            <a:r>
              <a:rPr lang="en-US" altLang="ko-KR" sz="1400">
                <a:solidFill>
                  <a:schemeClr val="accent4"/>
                </a:solidFill>
                <a:cs typeface="Arial"/>
              </a:rPr>
              <a:t>(</a:t>
            </a:r>
            <a:r>
              <a:rPr lang="en-US" altLang="ko-KR" sz="1200" err="1">
                <a:solidFill>
                  <a:schemeClr val="accent4"/>
                </a:solidFill>
                <a:cs typeface="Arial"/>
              </a:rPr>
              <a:t>sessionID</a:t>
            </a:r>
            <a:r>
              <a:rPr lang="en-US" altLang="ko-KR" sz="1400">
                <a:solidFill>
                  <a:schemeClr val="accent4"/>
                </a:solidFill>
                <a:cs typeface="Arial"/>
              </a:rPr>
              <a:t>)</a:t>
            </a:r>
            <a:endParaRPr lang="en-US" sz="1400">
              <a:solidFill>
                <a:schemeClr val="accent4"/>
              </a:solidFill>
              <a:ea typeface="Malgun Gothic"/>
              <a:cs typeface="Arial"/>
            </a:endParaRPr>
          </a:p>
          <a:p>
            <a:r>
              <a:rPr lang="ko-KR" sz="1400">
                <a:solidFill>
                  <a:schemeClr val="accent4"/>
                </a:solidFill>
                <a:cs typeface="Arial"/>
              </a:rPr>
              <a:t>}</a:t>
            </a:r>
            <a:endParaRPr lang="en-US" sz="1400">
              <a:solidFill>
                <a:schemeClr val="accent4"/>
              </a:solidFill>
              <a:ea typeface="Malgun Gothic"/>
              <a:cs typeface="Arial"/>
            </a:endParaRPr>
          </a:p>
          <a:p>
            <a:endParaRPr lang="ko-KR" sz="1400">
              <a:solidFill>
                <a:schemeClr val="accent4"/>
              </a:solidFill>
              <a:cs typeface="Arial"/>
            </a:endParaRPr>
          </a:p>
          <a:p>
            <a:r>
              <a:rPr lang="ko-KR" sz="1400" err="1">
                <a:solidFill>
                  <a:schemeClr val="accent4"/>
                </a:solidFill>
                <a:cs typeface="Arial"/>
              </a:rPr>
              <a:t>SendIOProc</a:t>
            </a:r>
            <a:r>
              <a:rPr lang="ko-KR" sz="1400">
                <a:solidFill>
                  <a:schemeClr val="accent4"/>
                </a:solidFill>
                <a:cs typeface="Arial"/>
              </a:rPr>
              <a:t>()</a:t>
            </a:r>
            <a:endParaRPr lang="ko-KR">
              <a:solidFill>
                <a:schemeClr val="accent4"/>
              </a:solidFill>
              <a:cs typeface="Arial"/>
            </a:endParaRPr>
          </a:p>
          <a:p>
            <a:endParaRPr lang="ko-KR" sz="1400">
              <a:solidFill>
                <a:schemeClr val="accent4"/>
              </a:solidFill>
              <a:cs typeface="Arial"/>
            </a:endParaRPr>
          </a:p>
          <a:p>
            <a:r>
              <a:rPr lang="ko-KR" sz="1400" err="1">
                <a:solidFill>
                  <a:schemeClr val="accent4"/>
                </a:solidFill>
                <a:cs typeface="Arial"/>
              </a:rPr>
              <a:t>Release</a:t>
            </a:r>
            <a:r>
              <a:rPr lang="ko-KR" sz="1400">
                <a:solidFill>
                  <a:schemeClr val="accent4"/>
                </a:solidFill>
                <a:cs typeface="Arial"/>
              </a:rPr>
              <a:t>()</a:t>
            </a:r>
          </a:p>
          <a:p>
            <a:r>
              <a:rPr lang="ko-KR" sz="1400">
                <a:solidFill>
                  <a:schemeClr val="accent4"/>
                </a:solidFill>
                <a:cs typeface="Arial"/>
              </a:rPr>
              <a:t>{ </a:t>
            </a:r>
            <a:endParaRPr lang="ko-KR" altLang="en-US" sz="1400">
              <a:solidFill>
                <a:schemeClr val="accent4"/>
              </a:solidFill>
              <a:cs typeface="Arial"/>
            </a:endParaRPr>
          </a:p>
          <a:p>
            <a:r>
              <a:rPr lang="ko-KR" sz="1400" err="1">
                <a:solidFill>
                  <a:schemeClr val="accent4"/>
                </a:solidFill>
                <a:cs typeface="Arial"/>
              </a:rPr>
              <a:t>OnClientLeave</a:t>
            </a:r>
            <a:r>
              <a:rPr lang="en-US" altLang="ko-KR" sz="1400">
                <a:solidFill>
                  <a:schemeClr val="accent4"/>
                </a:solidFill>
                <a:cs typeface="Arial"/>
              </a:rPr>
              <a:t>(</a:t>
            </a:r>
            <a:endParaRPr lang="ko-KR" altLang="en-US" sz="1200">
              <a:solidFill>
                <a:schemeClr val="accent4"/>
              </a:solidFill>
              <a:cs typeface="Arial"/>
            </a:endParaRPr>
          </a:p>
          <a:p>
            <a:r>
              <a:rPr lang="en-US" altLang="ko-KR" sz="1200" err="1">
                <a:solidFill>
                  <a:schemeClr val="accent4"/>
                </a:solidFill>
                <a:cs typeface="Arial"/>
              </a:rPr>
              <a:t>sessionID</a:t>
            </a:r>
            <a:r>
              <a:rPr lang="en-US" altLang="ko-KR" sz="1200">
                <a:solidFill>
                  <a:schemeClr val="accent4"/>
                </a:solidFill>
                <a:cs typeface="Arial"/>
              </a:rPr>
              <a:t>)</a:t>
            </a:r>
            <a:endParaRPr lang="ko-KR" sz="1200">
              <a:solidFill>
                <a:schemeClr val="accent4"/>
              </a:solidFill>
              <a:cs typeface="Arial"/>
            </a:endParaRPr>
          </a:p>
          <a:p>
            <a:r>
              <a:rPr lang="ko-KR" sz="1400">
                <a:solidFill>
                  <a:schemeClr val="accent4"/>
                </a:solidFill>
                <a:cs typeface="Arial"/>
              </a:rPr>
              <a:t>}</a:t>
            </a:r>
            <a:endParaRPr lang="ko-KR"/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3058F9B9-F07C-9378-804F-FFAFD794D04E}"/>
              </a:ext>
            </a:extLst>
          </p:cNvPr>
          <p:cNvCxnSpPr/>
          <p:nvPr/>
        </p:nvCxnSpPr>
        <p:spPr>
          <a:xfrm flipV="1">
            <a:off x="6288216" y="1592649"/>
            <a:ext cx="507998" cy="205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2C77A532-4EF1-3D92-5574-5612814B4E99}"/>
              </a:ext>
            </a:extLst>
          </p:cNvPr>
          <p:cNvCxnSpPr>
            <a:cxnSpLocks/>
          </p:cNvCxnSpPr>
          <p:nvPr/>
        </p:nvCxnSpPr>
        <p:spPr>
          <a:xfrm flipV="1">
            <a:off x="7214973" y="1929027"/>
            <a:ext cx="109837" cy="27390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E94A066C-C6C1-FD7D-8F68-ECEC4995F7AD}"/>
              </a:ext>
            </a:extLst>
          </p:cNvPr>
          <p:cNvCxnSpPr>
            <a:cxnSpLocks/>
          </p:cNvCxnSpPr>
          <p:nvPr/>
        </p:nvCxnSpPr>
        <p:spPr>
          <a:xfrm flipH="1" flipV="1">
            <a:off x="8052486" y="1922163"/>
            <a:ext cx="1125838" cy="28214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7248A33A-B78B-B070-1DB3-32F271C5ED54}"/>
              </a:ext>
            </a:extLst>
          </p:cNvPr>
          <p:cNvCxnSpPr>
            <a:cxnSpLocks/>
          </p:cNvCxnSpPr>
          <p:nvPr/>
        </p:nvCxnSpPr>
        <p:spPr>
          <a:xfrm flipV="1">
            <a:off x="6933514" y="1880975"/>
            <a:ext cx="109838" cy="44278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548824E9-0506-FB11-FDAB-0056FB1F3826}"/>
              </a:ext>
            </a:extLst>
          </p:cNvPr>
          <p:cNvCxnSpPr>
            <a:cxnSpLocks/>
          </p:cNvCxnSpPr>
          <p:nvPr/>
        </p:nvCxnSpPr>
        <p:spPr>
          <a:xfrm flipH="1" flipV="1">
            <a:off x="7970107" y="2066326"/>
            <a:ext cx="1022866" cy="42081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타원 26">
            <a:extLst>
              <a:ext uri="{FF2B5EF4-FFF2-40B4-BE49-F238E27FC236}">
                <a16:creationId xmlns:a16="http://schemas.microsoft.com/office/drawing/2014/main" id="{9F6DB5C0-4675-49A6-56DD-301598354189}"/>
              </a:ext>
            </a:extLst>
          </p:cNvPr>
          <p:cNvSpPr/>
          <p:nvPr/>
        </p:nvSpPr>
        <p:spPr>
          <a:xfrm>
            <a:off x="6796216" y="981675"/>
            <a:ext cx="1894702" cy="940486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TextBox 8">
            <a:extLst>
              <a:ext uri="{FF2B5EF4-FFF2-40B4-BE49-F238E27FC236}">
                <a16:creationId xmlns:a16="http://schemas.microsoft.com/office/drawing/2014/main" id="{075D7391-60A2-B2DD-802C-38ABC62F9D00}"/>
              </a:ext>
            </a:extLst>
          </p:cNvPr>
          <p:cNvSpPr txBox="1"/>
          <p:nvPr/>
        </p:nvSpPr>
        <p:spPr>
          <a:xfrm>
            <a:off x="7160054" y="1290594"/>
            <a:ext cx="1400432" cy="584775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PK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err="1">
                <a:solidFill>
                  <a:schemeClr val="accent4"/>
                </a:solidFill>
                <a:cs typeface="Arial"/>
              </a:rPr>
              <a:t>Contents</a:t>
            </a:r>
          </a:p>
          <a:p>
            <a:endParaRPr lang="ko-KR" altLang="en-US" sz="1400">
              <a:solidFill>
                <a:srgbClr val="000000"/>
              </a:solidFill>
              <a:cs typeface="Arial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7D23A89-7C4B-DDCF-8BCD-6E20D6F8C9B1}"/>
              </a:ext>
            </a:extLst>
          </p:cNvPr>
          <p:cNvSpPr txBox="1"/>
          <p:nvPr/>
        </p:nvSpPr>
        <p:spPr>
          <a:xfrm>
            <a:off x="9782431" y="3871784"/>
            <a:ext cx="197708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>
                <a:solidFill>
                  <a:schemeClr val="accent4"/>
                </a:solidFill>
                <a:cs typeface="Arial"/>
              </a:rPr>
              <a:t>Network </a:t>
            </a:r>
            <a:r>
              <a:rPr lang="ko-KR" altLang="en-US" err="1">
                <a:solidFill>
                  <a:schemeClr val="accent4"/>
                </a:solidFill>
                <a:cs typeface="Arial"/>
              </a:rPr>
              <a:t>Library</a:t>
            </a:r>
            <a:endParaRPr lang="ko-KR" altLang="en-US" err="1">
              <a:solidFill>
                <a:schemeClr val="accent4"/>
              </a:solidFill>
            </a:endParaRPr>
          </a:p>
        </p:txBody>
      </p: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E1A35E79-2387-07FC-84F6-4FD894123AFD}"/>
              </a:ext>
            </a:extLst>
          </p:cNvPr>
          <p:cNvCxnSpPr>
            <a:cxnSpLocks/>
          </p:cNvCxnSpPr>
          <p:nvPr/>
        </p:nvCxnSpPr>
        <p:spPr>
          <a:xfrm>
            <a:off x="7956378" y="1647570"/>
            <a:ext cx="2155567" cy="21967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67C31E21-20FB-9022-C331-1BF740E94CD5}"/>
              </a:ext>
            </a:extLst>
          </p:cNvPr>
          <p:cNvSpPr txBox="1"/>
          <p:nvPr/>
        </p:nvSpPr>
        <p:spPr>
          <a:xfrm>
            <a:off x="9638269" y="2821460"/>
            <a:ext cx="2615512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err="1">
                <a:solidFill>
                  <a:schemeClr val="accent4"/>
                </a:solidFill>
                <a:cs typeface="Arial"/>
              </a:rPr>
              <a:t>SendPacket</a:t>
            </a:r>
            <a:r>
              <a:rPr lang="ko-KR" altLang="en-US">
                <a:solidFill>
                  <a:schemeClr val="accent4"/>
                </a:solidFill>
                <a:cs typeface="Arial"/>
              </a:rPr>
              <a:t>(</a:t>
            </a:r>
            <a:r>
              <a:rPr lang="ko-KR" altLang="en-US" err="1">
                <a:solidFill>
                  <a:schemeClr val="accent4"/>
                </a:solidFill>
                <a:cs typeface="Arial"/>
              </a:rPr>
              <a:t>sessionID</a:t>
            </a:r>
            <a:r>
              <a:rPr lang="ko-KR" altLang="en-US">
                <a:solidFill>
                  <a:schemeClr val="accent4"/>
                </a:solidFill>
                <a:cs typeface="Arial"/>
              </a:rPr>
              <a:t>)</a:t>
            </a:r>
          </a:p>
          <a:p>
            <a:r>
              <a:rPr lang="ko-KR" altLang="en-US" err="1">
                <a:solidFill>
                  <a:schemeClr val="accent4"/>
                </a:solidFill>
                <a:cs typeface="Arial"/>
              </a:rPr>
              <a:t>Disconnect</a:t>
            </a:r>
            <a:r>
              <a:rPr lang="ko-KR" altLang="en-US">
                <a:solidFill>
                  <a:schemeClr val="accent4"/>
                </a:solidFill>
                <a:cs typeface="Arial"/>
              </a:rPr>
              <a:t>(</a:t>
            </a:r>
            <a:r>
              <a:rPr lang="ko-KR" err="1">
                <a:solidFill>
                  <a:schemeClr val="accent4"/>
                </a:solidFill>
                <a:cs typeface="Arial"/>
              </a:rPr>
              <a:t>sessionID</a:t>
            </a:r>
            <a:r>
              <a:rPr lang="ko-KR" altLang="en-US">
                <a:solidFill>
                  <a:schemeClr val="accent4"/>
                </a:solidFill>
                <a:cs typeface="Arial"/>
              </a:rPr>
              <a:t>)</a:t>
            </a:r>
          </a:p>
        </p:txBody>
      </p:sp>
      <p:cxnSp>
        <p:nvCxnSpPr>
          <p:cNvPr id="35" name="연결선: 꺾임 34">
            <a:extLst>
              <a:ext uri="{FF2B5EF4-FFF2-40B4-BE49-F238E27FC236}">
                <a16:creationId xmlns:a16="http://schemas.microsoft.com/office/drawing/2014/main" id="{83E3372A-9765-9798-E2AB-8D5B3D1865FE}"/>
              </a:ext>
            </a:extLst>
          </p:cNvPr>
          <p:cNvCxnSpPr/>
          <p:nvPr/>
        </p:nvCxnSpPr>
        <p:spPr>
          <a:xfrm>
            <a:off x="3926703" y="89243"/>
            <a:ext cx="5285946" cy="2965622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연결선: 꺾임 35">
            <a:extLst>
              <a:ext uri="{FF2B5EF4-FFF2-40B4-BE49-F238E27FC236}">
                <a16:creationId xmlns:a16="http://schemas.microsoft.com/office/drawing/2014/main" id="{A5631F19-61C3-2204-0953-0E9F93220E2F}"/>
              </a:ext>
            </a:extLst>
          </p:cNvPr>
          <p:cNvCxnSpPr/>
          <p:nvPr/>
        </p:nvCxnSpPr>
        <p:spPr>
          <a:xfrm flipH="1">
            <a:off x="7118864" y="68649"/>
            <a:ext cx="4620053" cy="2986214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1">
            <a:extLst>
              <a:ext uri="{FF2B5EF4-FFF2-40B4-BE49-F238E27FC236}">
                <a16:creationId xmlns:a16="http://schemas.microsoft.com/office/drawing/2014/main" id="{29CEC837-45C2-FAA9-CDE6-63F7DD35E326}"/>
              </a:ext>
            </a:extLst>
          </p:cNvPr>
          <p:cNvSpPr txBox="1">
            <a:spLocks/>
          </p:cNvSpPr>
          <p:nvPr/>
        </p:nvSpPr>
        <p:spPr>
          <a:xfrm>
            <a:off x="156050" y="3296864"/>
            <a:ext cx="4245096" cy="340755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000" kern="1200" cap="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indent="-285750">
              <a:buFont typeface="Calibri"/>
              <a:buChar char="-"/>
            </a:pPr>
            <a:r>
              <a:rPr lang="ko-KR" altLang="en-US" sz="1800" err="1"/>
              <a:t>콜백</a:t>
            </a:r>
            <a:r>
              <a:rPr lang="ko-KR" altLang="en-US" sz="1800"/>
              <a:t> 함수를 통해 컨텐츠는 세션의 생성, 메시지 수신, 연결 끊김 확인 가능</a:t>
            </a:r>
            <a:endParaRPr lang="ko-KR" altLang="en-US" sz="1800">
              <a:cs typeface="Arial"/>
            </a:endParaRPr>
          </a:p>
          <a:p>
            <a:endParaRPr lang="ko-KR" altLang="en-US" sz="1800">
              <a:cs typeface="Arial"/>
            </a:endParaRPr>
          </a:p>
          <a:p>
            <a:pPr marL="285750" indent="-285750">
              <a:buFont typeface="Calibri"/>
              <a:buChar char="-"/>
            </a:pPr>
            <a:r>
              <a:rPr lang="ko-KR" altLang="en-US" sz="1800">
                <a:cs typeface="Arial"/>
              </a:rPr>
              <a:t>컨텐츠는 2개의 함수를 통해 메시지 송신 및 연결 끊기를 네트워크 라이브러리에게 요청 가능</a:t>
            </a:r>
          </a:p>
        </p:txBody>
      </p:sp>
      <p:pic>
        <p:nvPicPr>
          <p:cNvPr id="18" name="그림 17" descr="텍스트, 폰트, 화이트, 그래픽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5E1C083-3CF1-6C44-B614-5109BB7A4D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788" y="-6447"/>
            <a:ext cx="2774796" cy="700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57204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393CE-9363-72CB-FD40-73A65C0DCC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048" y="1940601"/>
            <a:ext cx="4251960" cy="1090242"/>
          </a:xfrm>
        </p:spPr>
        <p:txBody>
          <a:bodyPr/>
          <a:lstStyle/>
          <a:p>
            <a:r>
              <a:rPr lang="en-US" sz="3600" cap="all" baseline="0">
                <a:solidFill>
                  <a:srgbClr val="3B4546"/>
                </a:solidFill>
                <a:latin typeface="Arial"/>
              </a:rPr>
              <a:t>SESSION </a:t>
            </a:r>
            <a:r>
              <a:rPr lang="en-US" sz="3600">
                <a:latin typeface="Arial"/>
                <a:ea typeface="Arial"/>
                <a:cs typeface="Arial"/>
              </a:rPr>
              <a:t>​</a:t>
            </a:r>
            <a:br>
              <a:rPr lang="en-US" sz="3600">
                <a:latin typeface="Arial"/>
                <a:ea typeface="Arial"/>
                <a:cs typeface="Arial"/>
              </a:rPr>
            </a:br>
            <a:r>
              <a:rPr lang="ko-KR" altLang="en-US" sz="3600" cap="all" baseline="0">
                <a:solidFill>
                  <a:srgbClr val="3B4546"/>
                </a:solidFill>
                <a:ea typeface="Arial"/>
              </a:rPr>
              <a:t>관리</a:t>
            </a:r>
            <a:r>
              <a:rPr lang="ko-KR" altLang="en-US" sz="3600" cap="all" baseline="0">
                <a:solidFill>
                  <a:srgbClr val="3B4546"/>
                </a:solidFill>
                <a:latin typeface="Arial"/>
              </a:rPr>
              <a:t> </a:t>
            </a:r>
            <a:r>
              <a:rPr lang="ko-KR" altLang="en-US" sz="3600" cap="all" baseline="0">
                <a:solidFill>
                  <a:srgbClr val="3B4546"/>
                </a:solidFill>
                <a:ea typeface="Arial"/>
              </a:rPr>
              <a:t>코드</a:t>
            </a:r>
            <a:r>
              <a:rPr lang="en-US" altLang="ko-KR" sz="3600" cap="all" baseline="0">
                <a:solidFill>
                  <a:srgbClr val="3B4546"/>
                </a:solidFill>
                <a:ea typeface="Arial"/>
              </a:rPr>
              <a:t>1</a:t>
            </a:r>
            <a:endParaRPr lang="en-US">
              <a:cs typeface="Arial"/>
            </a:endParaRPr>
          </a:p>
        </p:txBody>
      </p:sp>
      <p:pic>
        <p:nvPicPr>
          <p:cNvPr id="21" name="그림 20" descr="텍스트, 스크린샷, 디스플레이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9E4A901-6BF2-7F33-59C2-435E1E9950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3315" y="372"/>
            <a:ext cx="4149726" cy="2445835"/>
          </a:xfrm>
          <a:prstGeom prst="rect">
            <a:avLst/>
          </a:prstGeom>
        </p:spPr>
      </p:pic>
      <p:pic>
        <p:nvPicPr>
          <p:cNvPr id="22" name="그림 21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9B48845-1FC3-FEC2-FF82-E950698B65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2141" y="169575"/>
            <a:ext cx="4752975" cy="2228850"/>
          </a:xfrm>
          <a:prstGeom prst="rect">
            <a:avLst/>
          </a:prstGeom>
        </p:spPr>
      </p:pic>
      <p:pic>
        <p:nvPicPr>
          <p:cNvPr id="23" name="그림 22" descr="텍스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4F83D66-26BD-EDA2-ECC9-F91D24E7081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08583" y="3374359"/>
            <a:ext cx="7324725" cy="3200400"/>
          </a:xfrm>
          <a:prstGeom prst="rect">
            <a:avLst/>
          </a:prstGeom>
        </p:spPr>
      </p:pic>
      <p:pic>
        <p:nvPicPr>
          <p:cNvPr id="7" name="그림 6" descr="텍스트, 폰트, 화이트, 그래픽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A32EA12-67D2-2DE7-723D-70629EEB5B0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2788" y="-6447"/>
            <a:ext cx="2774796" cy="700049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CA5F0636-531A-D4AA-CE7D-449CD3A69F1A}"/>
              </a:ext>
            </a:extLst>
          </p:cNvPr>
          <p:cNvSpPr txBox="1">
            <a:spLocks/>
          </p:cNvSpPr>
          <p:nvPr/>
        </p:nvSpPr>
        <p:spPr>
          <a:xfrm>
            <a:off x="75011" y="3201928"/>
            <a:ext cx="4251960" cy="109024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000" kern="1200" cap="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br>
              <a:rPr lang="en-US"/>
            </a:br>
            <a:endParaRPr lang="en-US">
              <a:cs typeface="Arial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81431C8A-D3DC-CFBE-A550-9985C477051F}"/>
              </a:ext>
            </a:extLst>
          </p:cNvPr>
          <p:cNvSpPr txBox="1">
            <a:spLocks/>
          </p:cNvSpPr>
          <p:nvPr/>
        </p:nvSpPr>
        <p:spPr>
          <a:xfrm>
            <a:off x="669" y="3288660"/>
            <a:ext cx="4251960" cy="109024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000" kern="1200" cap="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br>
              <a:rPr lang="en-US"/>
            </a:br>
            <a:endParaRPr lang="en-US">
              <a:cs typeface="Arial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8EAEED10-B978-412E-E0ED-0B67B76D99D7}"/>
              </a:ext>
            </a:extLst>
          </p:cNvPr>
          <p:cNvSpPr txBox="1">
            <a:spLocks/>
          </p:cNvSpPr>
          <p:nvPr/>
        </p:nvSpPr>
        <p:spPr>
          <a:xfrm>
            <a:off x="669" y="3201928"/>
            <a:ext cx="4251960" cy="109024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000" kern="1200" cap="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indent="-285750">
              <a:buFont typeface="Calibri"/>
              <a:buChar char="-"/>
            </a:pPr>
            <a:r>
              <a:rPr lang="en-US" altLang="ko-KR" sz="1800" err="1">
                <a:cs typeface="Arial"/>
              </a:rPr>
              <a:t>세션</a:t>
            </a:r>
            <a:r>
              <a:rPr lang="en-US" altLang="ko-KR" sz="1800">
                <a:cs typeface="Arial"/>
              </a:rPr>
              <a:t> </a:t>
            </a:r>
            <a:r>
              <a:rPr lang="en-US" altLang="ko-KR" sz="1800" err="1">
                <a:cs typeface="Arial"/>
              </a:rPr>
              <a:t>구조체</a:t>
            </a:r>
            <a:r>
              <a:rPr lang="en-US" altLang="ko-KR" sz="1800">
                <a:cs typeface="Arial"/>
              </a:rPr>
              <a:t> </a:t>
            </a:r>
            <a:r>
              <a:rPr lang="en-US" altLang="ko-KR" sz="1800" err="1">
                <a:cs typeface="Arial"/>
              </a:rPr>
              <a:t>주소</a:t>
            </a:r>
            <a:r>
              <a:rPr lang="en-US" altLang="ko-KR" sz="1800">
                <a:cs typeface="Arial"/>
              </a:rPr>
              <a:t> </a:t>
            </a:r>
            <a:r>
              <a:rPr lang="en-US" altLang="ko-KR" sz="1800" err="1">
                <a:cs typeface="Arial"/>
              </a:rPr>
              <a:t>찾기</a:t>
            </a:r>
          </a:p>
          <a:p>
            <a:endParaRPr lang="en-US" altLang="ko-KR" sz="1800">
              <a:cs typeface="Arial"/>
            </a:endParaRPr>
          </a:p>
          <a:p>
            <a:pPr marL="285750" indent="-285750">
              <a:buFont typeface="Calibri"/>
              <a:buChar char="-"/>
            </a:pPr>
            <a:r>
              <a:rPr lang="en-US" altLang="ko-KR" sz="1800" err="1">
                <a:cs typeface="Arial"/>
              </a:rPr>
              <a:t>세션</a:t>
            </a:r>
            <a:r>
              <a:rPr lang="en-US" altLang="ko-KR" sz="1800">
                <a:cs typeface="Arial"/>
              </a:rPr>
              <a:t> </a:t>
            </a:r>
            <a:r>
              <a:rPr lang="en-US" altLang="ko-KR" sz="1800" err="1">
                <a:cs typeface="Arial"/>
              </a:rPr>
              <a:t>메모리</a:t>
            </a:r>
            <a:r>
              <a:rPr lang="en-US" altLang="ko-KR" sz="1800">
                <a:cs typeface="Arial"/>
              </a:rPr>
              <a:t> </a:t>
            </a:r>
            <a:r>
              <a:rPr lang="en-US" altLang="ko-KR" sz="1800" err="1">
                <a:cs typeface="Arial"/>
              </a:rPr>
              <a:t>자체의</a:t>
            </a:r>
            <a:r>
              <a:rPr lang="en-US" altLang="ko-KR" sz="1800">
                <a:cs typeface="Arial"/>
              </a:rPr>
              <a:t>  </a:t>
            </a:r>
            <a:r>
              <a:rPr lang="en-US" altLang="ko-KR" sz="1800" err="1">
                <a:cs typeface="Arial"/>
              </a:rPr>
              <a:t>유효성</a:t>
            </a:r>
            <a:r>
              <a:rPr lang="en-US" altLang="ko-KR" sz="1800">
                <a:cs typeface="Arial"/>
              </a:rPr>
              <a:t> </a:t>
            </a:r>
            <a:r>
              <a:rPr lang="en-US" altLang="ko-KR" sz="1800" err="1">
                <a:cs typeface="Arial"/>
              </a:rPr>
              <a:t>판단</a:t>
            </a:r>
            <a:endParaRPr lang="en-US" altLang="ko-KR" sz="180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279422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4FB62D-EB93-EA1D-D8C4-8DA2DD3941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576F9C-2DE2-0A98-DE19-E59651C9A6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048" y="1940601"/>
            <a:ext cx="4251960" cy="1090242"/>
          </a:xfrm>
        </p:spPr>
        <p:txBody>
          <a:bodyPr/>
          <a:lstStyle/>
          <a:p>
            <a:r>
              <a:rPr lang="en-US" sz="3600"/>
              <a:t>SESSION </a:t>
            </a:r>
            <a:br>
              <a:rPr lang="en-US" altLang="ko-KR" sz="3600"/>
            </a:br>
            <a:r>
              <a:rPr lang="ko-KR" altLang="en-US" sz="3600"/>
              <a:t>관리</a:t>
            </a:r>
            <a:r>
              <a:rPr lang="en-US" sz="3600"/>
              <a:t> </a:t>
            </a:r>
            <a:r>
              <a:rPr lang="ko-KR" altLang="en-US" sz="3600"/>
              <a:t>코드2</a:t>
            </a:r>
            <a:br>
              <a:rPr lang="en-US"/>
            </a:br>
            <a:endParaRPr lang="en-US">
              <a:cs typeface="Arial"/>
            </a:endParaRPr>
          </a:p>
        </p:txBody>
      </p:sp>
      <p:pic>
        <p:nvPicPr>
          <p:cNvPr id="3" name="그림 2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4E65CCB-6AAE-10E6-1338-BD29183984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1726" y="182253"/>
            <a:ext cx="6286500" cy="2962275"/>
          </a:xfrm>
          <a:prstGeom prst="rect">
            <a:avLst/>
          </a:prstGeom>
        </p:spPr>
      </p:pic>
      <p:pic>
        <p:nvPicPr>
          <p:cNvPr id="7" name="그림 6" descr="텍스트, 폰트, 화이트, 그래픽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BBCE59F-4BFB-5BFA-7CE1-6E06875AAE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788" y="-6447"/>
            <a:ext cx="2774796" cy="700049"/>
          </a:xfrm>
          <a:prstGeom prst="rect">
            <a:avLst/>
          </a:prstGeom>
        </p:spPr>
      </p:pic>
      <p:pic>
        <p:nvPicPr>
          <p:cNvPr id="4" name="그림 3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3A7A6B1-8FFA-95EE-10F5-1E8B7F3EAA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0989" y="3146696"/>
            <a:ext cx="3933825" cy="2447925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292EFC79-3EEF-E6B5-99A0-A276B3FB11F0}"/>
              </a:ext>
            </a:extLst>
          </p:cNvPr>
          <p:cNvSpPr txBox="1">
            <a:spLocks/>
          </p:cNvSpPr>
          <p:nvPr/>
        </p:nvSpPr>
        <p:spPr>
          <a:xfrm>
            <a:off x="-5526" y="3152367"/>
            <a:ext cx="4251960" cy="363643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000" kern="1200" cap="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indent="-285750">
              <a:buFont typeface="Calibri"/>
              <a:buChar char="-"/>
            </a:pPr>
            <a:r>
              <a:rPr lang="ko-KR" altLang="en-US" sz="1800">
                <a:cs typeface="Arial"/>
              </a:rPr>
              <a:t>RELEASE 성공 여부 체크</a:t>
            </a:r>
          </a:p>
          <a:p>
            <a:pPr marL="285750" indent="-285750">
              <a:buFont typeface="Calibri"/>
              <a:buChar char="-"/>
            </a:pPr>
            <a:endParaRPr lang="ko-KR" altLang="en-US" sz="1800">
              <a:cs typeface="Arial"/>
            </a:endParaRPr>
          </a:p>
          <a:p>
            <a:pPr marL="285750" indent="-285750">
              <a:buFont typeface="Calibri"/>
              <a:buChar char="-"/>
            </a:pPr>
            <a:r>
              <a:rPr lang="ko-KR" altLang="en-US" sz="1800">
                <a:cs typeface="Arial"/>
              </a:rPr>
              <a:t>세션 초기화 작업</a:t>
            </a:r>
          </a:p>
        </p:txBody>
      </p:sp>
    </p:spTree>
    <p:extLst>
      <p:ext uri="{BB962C8B-B14F-4D97-AF65-F5344CB8AC3E}">
        <p14:creationId xmlns:p14="http://schemas.microsoft.com/office/powerpoint/2010/main" val="13819875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95FC41-F412-A1AB-B3E2-4B84591C51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EAD739-0111-4A40-2CC7-145CCF8AF7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048" y="1940601"/>
            <a:ext cx="4251960" cy="1090242"/>
          </a:xfrm>
        </p:spPr>
        <p:txBody>
          <a:bodyPr/>
          <a:lstStyle/>
          <a:p>
            <a:r>
              <a:rPr lang="en-US" sz="3600"/>
              <a:t>SESSION </a:t>
            </a:r>
            <a:br>
              <a:rPr lang="en-US" altLang="ko-KR" sz="3600"/>
            </a:br>
            <a:r>
              <a:rPr lang="ko-KR" altLang="en-US" sz="3600"/>
              <a:t>관리</a:t>
            </a:r>
            <a:r>
              <a:rPr lang="en-US" sz="3600"/>
              <a:t> </a:t>
            </a:r>
            <a:r>
              <a:rPr lang="ko-KR" altLang="en-US" sz="3600"/>
              <a:t>코드3</a:t>
            </a:r>
            <a:endParaRPr lang="en-US"/>
          </a:p>
        </p:txBody>
      </p:sp>
      <p:pic>
        <p:nvPicPr>
          <p:cNvPr id="5" name="그림 4" descr="텍스트, 스크린샷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3FDB34E-E1A0-DD36-4FC9-1A1C65831F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1511" y="340637"/>
            <a:ext cx="6029325" cy="5981700"/>
          </a:xfrm>
          <a:prstGeom prst="rect">
            <a:avLst/>
          </a:prstGeom>
        </p:spPr>
      </p:pic>
      <p:pic>
        <p:nvPicPr>
          <p:cNvPr id="7" name="그림 6" descr="텍스트, 폰트, 화이트, 그래픽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F897322-F19B-0037-6A75-4A7F0A43A6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788" y="-6447"/>
            <a:ext cx="2774796" cy="700049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FC72542A-8C70-7633-DF3D-D1333D7ABB4B}"/>
              </a:ext>
            </a:extLst>
          </p:cNvPr>
          <p:cNvSpPr txBox="1">
            <a:spLocks/>
          </p:cNvSpPr>
          <p:nvPr/>
        </p:nvSpPr>
        <p:spPr>
          <a:xfrm>
            <a:off x="-5526" y="3332025"/>
            <a:ext cx="4251960" cy="182746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000" kern="1200" cap="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indent="-285750">
              <a:buFont typeface="Calibri"/>
              <a:buChar char="-"/>
            </a:pPr>
            <a:r>
              <a:rPr lang="ko-KR" altLang="en-US" sz="1800">
                <a:cs typeface="Arial"/>
              </a:rPr>
              <a:t>실제 RELEASE 처리 과정</a:t>
            </a:r>
          </a:p>
          <a:p>
            <a:pPr marL="285750" indent="-285750">
              <a:buFont typeface="Calibri"/>
              <a:buChar char="-"/>
            </a:pPr>
            <a:endParaRPr lang="ko-KR" altLang="en-US" sz="1800">
              <a:cs typeface="Arial"/>
            </a:endParaRPr>
          </a:p>
          <a:p>
            <a:pPr marL="285750" indent="-285750">
              <a:buFont typeface="Calibri"/>
              <a:buChar char="-"/>
            </a:pPr>
            <a:r>
              <a:rPr lang="ko-KR" altLang="en-US" sz="1800">
                <a:cs typeface="Arial"/>
              </a:rPr>
              <a:t>버퍼 및 INDEX 반납</a:t>
            </a:r>
          </a:p>
          <a:p>
            <a:pPr marL="285750" indent="-285750">
              <a:buFont typeface="Calibri"/>
              <a:buChar char="-"/>
            </a:pPr>
            <a:endParaRPr lang="ko-KR" altLang="en-US" sz="1800">
              <a:cs typeface="Arial"/>
            </a:endParaRPr>
          </a:p>
          <a:p>
            <a:pPr marL="285750" indent="-285750">
              <a:buFont typeface="Calibri"/>
              <a:buChar char="-"/>
            </a:pPr>
            <a:r>
              <a:rPr lang="ko-KR" altLang="en-US" sz="1800">
                <a:cs typeface="Arial"/>
              </a:rPr>
              <a:t>컨텐츠에게 전달</a:t>
            </a:r>
            <a:endParaRPr lang="ko-KR"/>
          </a:p>
        </p:txBody>
      </p:sp>
    </p:spTree>
    <p:extLst>
      <p:ext uri="{BB962C8B-B14F-4D97-AF65-F5344CB8AC3E}">
        <p14:creationId xmlns:p14="http://schemas.microsoft.com/office/powerpoint/2010/main" val="3345103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92A518-0A89-54C6-B968-03552204FE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330D21-6C25-417D-964B-1473A43C2A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562" y="2460992"/>
            <a:ext cx="4251960" cy="538877"/>
          </a:xfrm>
        </p:spPr>
        <p:txBody>
          <a:bodyPr/>
          <a:lstStyle/>
          <a:p>
            <a:r>
              <a:rPr lang="en-US" sz="3600" err="1">
                <a:cs typeface="Arial"/>
              </a:rPr>
              <a:t>Iocp</a:t>
            </a:r>
            <a:r>
              <a:rPr lang="en-US" sz="3600">
                <a:cs typeface="Arial"/>
              </a:rPr>
              <a:t> </a:t>
            </a:r>
            <a:r>
              <a:rPr lang="ko-KR" altLang="en-US" sz="3600">
                <a:cs typeface="Arial"/>
              </a:rPr>
              <a:t>통한</a:t>
            </a:r>
            <a:r>
              <a:rPr lang="en-US" sz="3600">
                <a:cs typeface="Arial"/>
              </a:rPr>
              <a:t> io </a:t>
            </a:r>
            <a:r>
              <a:rPr lang="ko-KR" altLang="en-US" sz="3600">
                <a:cs typeface="Arial"/>
              </a:rPr>
              <a:t>처리</a:t>
            </a:r>
          </a:p>
        </p:txBody>
      </p:sp>
      <p:pic>
        <p:nvPicPr>
          <p:cNvPr id="7" name="그림 6" descr="텍스트, 폰트, 화이트, 그래픽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3ED4CB6-0F53-F558-98EE-B62276A370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788" y="-6447"/>
            <a:ext cx="2774796" cy="700049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3AA268A5-518E-26E9-FD02-DDD725EDF30E}"/>
              </a:ext>
            </a:extLst>
          </p:cNvPr>
          <p:cNvSpPr txBox="1">
            <a:spLocks/>
          </p:cNvSpPr>
          <p:nvPr/>
        </p:nvSpPr>
        <p:spPr>
          <a:xfrm>
            <a:off x="186523" y="3158563"/>
            <a:ext cx="2771326" cy="351253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000" kern="1200" cap="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indent="-285750">
              <a:buFont typeface="Calibri"/>
              <a:buChar char="-"/>
            </a:pPr>
            <a:r>
              <a:rPr lang="ko-KR" altLang="en-US" sz="1800">
                <a:cs typeface="Arial"/>
              </a:rPr>
              <a:t>RECV, SEND IO 처리 및 RELEASE 처리</a:t>
            </a:r>
          </a:p>
          <a:p>
            <a:endParaRPr lang="ko-KR" altLang="en-US" sz="1800">
              <a:cs typeface="Arial"/>
            </a:endParaRPr>
          </a:p>
          <a:p>
            <a:pPr marL="285750" indent="-285750">
              <a:buFont typeface="Calibri"/>
              <a:buChar char="-"/>
            </a:pPr>
            <a:r>
              <a:rPr lang="ko-KR" altLang="en-US" sz="1800">
                <a:cs typeface="Arial"/>
              </a:rPr>
              <a:t>워커 스레드 종료 판단</a:t>
            </a:r>
          </a:p>
        </p:txBody>
      </p:sp>
      <p:pic>
        <p:nvPicPr>
          <p:cNvPr id="9" name="그림 8" descr="텍스트, 스크린샷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E5A8BCE-D9D0-0198-2D10-A14495ECB0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8980" y="185854"/>
            <a:ext cx="7675749" cy="6492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19353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291133-2B2D-CB5C-25A3-A6BBC6AC48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Gamelibrary</a:t>
            </a:r>
            <a:r>
              <a:rPr lang="en-US"/>
              <a:t> </a:t>
            </a:r>
            <a:r>
              <a:rPr lang="ko-KR" altLang="en-US"/>
              <a:t>구조</a:t>
            </a:r>
            <a:br>
              <a:rPr lang="en-US"/>
            </a:b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0480BD-3EF5-7A7E-9E81-E73191A1D49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5859" y="3483864"/>
            <a:ext cx="3986332" cy="442484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ko-KR" altLang="en-US">
                <a:cs typeface="Arial"/>
              </a:rPr>
              <a:t>그룹 로직 처리</a:t>
            </a:r>
            <a:endParaRPr lang="en-US">
              <a:cs typeface="Arial"/>
            </a:endParaRPr>
          </a:p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737C8-4322-77C9-4E34-94E5EE136DB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pPr marL="283210" indent="-283210"/>
            <a:r>
              <a:rPr lang="en-US" altLang="ko-KR" err="1">
                <a:cs typeface="Arial"/>
              </a:rPr>
              <a:t>그룹</a:t>
            </a:r>
            <a:r>
              <a:rPr lang="en-US" altLang="ko-KR">
                <a:cs typeface="Arial"/>
              </a:rPr>
              <a:t> </a:t>
            </a:r>
            <a:r>
              <a:rPr lang="en-US" altLang="ko-KR" err="1">
                <a:cs typeface="Arial"/>
              </a:rPr>
              <a:t>로직</a:t>
            </a:r>
            <a:r>
              <a:rPr lang="en-US" altLang="ko-KR">
                <a:cs typeface="Arial"/>
              </a:rPr>
              <a:t> </a:t>
            </a:r>
            <a:r>
              <a:rPr lang="en-US" altLang="ko-KR" err="1">
                <a:cs typeface="Arial"/>
              </a:rPr>
              <a:t>단일</a:t>
            </a:r>
            <a:r>
              <a:rPr lang="en-US" altLang="ko-KR">
                <a:cs typeface="Arial"/>
              </a:rPr>
              <a:t> </a:t>
            </a:r>
            <a:r>
              <a:rPr lang="en-US" altLang="ko-KR" err="1">
                <a:cs typeface="Arial"/>
              </a:rPr>
              <a:t>스레드</a:t>
            </a:r>
            <a:r>
              <a:rPr lang="en-US" altLang="ko-KR">
                <a:cs typeface="Arial"/>
              </a:rPr>
              <a:t> </a:t>
            </a:r>
            <a:r>
              <a:rPr lang="en-US" altLang="ko-KR" err="1">
                <a:cs typeface="Arial"/>
              </a:rPr>
              <a:t>처리</a:t>
            </a:r>
            <a:r>
              <a:rPr lang="en-US" altLang="ko-KR">
                <a:cs typeface="Arial"/>
              </a:rPr>
              <a:t>(Lock </a:t>
            </a:r>
            <a:r>
              <a:rPr lang="en-US" altLang="ko-KR" err="1">
                <a:cs typeface="Arial"/>
              </a:rPr>
              <a:t>이용</a:t>
            </a:r>
            <a:r>
              <a:rPr lang="en-US" altLang="ko-KR">
                <a:cs typeface="Arial"/>
              </a:rPr>
              <a:t>)</a:t>
            </a:r>
          </a:p>
          <a:p>
            <a:pPr marL="283210" indent="-283210"/>
            <a:r>
              <a:rPr lang="en-US" altLang="ko-KR" err="1">
                <a:cs typeface="Arial"/>
              </a:rPr>
              <a:t>그룹간</a:t>
            </a:r>
            <a:r>
              <a:rPr lang="en-US" altLang="ko-KR">
                <a:cs typeface="Arial"/>
              </a:rPr>
              <a:t> </a:t>
            </a:r>
            <a:r>
              <a:rPr lang="en-US" altLang="ko-KR" err="1">
                <a:cs typeface="Arial"/>
              </a:rPr>
              <a:t>이동시</a:t>
            </a:r>
            <a:r>
              <a:rPr lang="en-US" altLang="ko-KR">
                <a:cs typeface="Arial"/>
              </a:rPr>
              <a:t> PQCS </a:t>
            </a:r>
            <a:r>
              <a:rPr lang="en-US" altLang="ko-KR" err="1">
                <a:cs typeface="Arial"/>
              </a:rPr>
              <a:t>사용</a:t>
            </a:r>
            <a:endParaRPr lang="en-US" altLang="ko-KR">
              <a:cs typeface="Arial"/>
            </a:endParaRPr>
          </a:p>
          <a:p>
            <a:pPr marL="283210" indent="-283210"/>
            <a:r>
              <a:rPr lang="en-US" altLang="ko-KR" err="1">
                <a:cs typeface="Arial"/>
              </a:rPr>
              <a:t>컨텐츠가</a:t>
            </a:r>
            <a:r>
              <a:rPr lang="en-US" altLang="ko-KR">
                <a:cs typeface="Arial"/>
              </a:rPr>
              <a:t> </a:t>
            </a:r>
            <a:r>
              <a:rPr lang="en-US" altLang="ko-KR" err="1">
                <a:cs typeface="Arial"/>
              </a:rPr>
              <a:t>그룹</a:t>
            </a:r>
            <a:r>
              <a:rPr lang="en-US" altLang="ko-KR">
                <a:cs typeface="Arial"/>
              </a:rPr>
              <a:t> </a:t>
            </a:r>
            <a:r>
              <a:rPr lang="en-US" altLang="ko-KR" err="1">
                <a:cs typeface="Arial"/>
              </a:rPr>
              <a:t>상속</a:t>
            </a:r>
            <a:r>
              <a:rPr lang="en-US" altLang="ko-KR">
                <a:cs typeface="Arial"/>
              </a:rPr>
              <a:t>, </a:t>
            </a:r>
            <a:r>
              <a:rPr lang="en-US" altLang="ko-KR" err="1">
                <a:cs typeface="Arial"/>
              </a:rPr>
              <a:t>유저</a:t>
            </a:r>
            <a:r>
              <a:rPr lang="en-US" altLang="ko-KR">
                <a:cs typeface="Arial"/>
              </a:rPr>
              <a:t> </a:t>
            </a:r>
            <a:r>
              <a:rPr lang="en-US" altLang="ko-KR" err="1">
                <a:cs typeface="Arial"/>
              </a:rPr>
              <a:t>객체는</a:t>
            </a:r>
            <a:r>
              <a:rPr lang="en-US" altLang="ko-KR">
                <a:cs typeface="Arial"/>
              </a:rPr>
              <a:t> </a:t>
            </a:r>
            <a:r>
              <a:rPr lang="en-US" altLang="ko-KR" err="1">
                <a:cs typeface="Arial"/>
              </a:rPr>
              <a:t>IUser</a:t>
            </a:r>
            <a:r>
              <a:rPr lang="en-US" altLang="ko-KR">
                <a:cs typeface="Arial"/>
              </a:rPr>
              <a:t> </a:t>
            </a:r>
            <a:r>
              <a:rPr lang="en-US" altLang="ko-KR" err="1">
                <a:cs typeface="Arial"/>
              </a:rPr>
              <a:t>상속</a:t>
            </a:r>
          </a:p>
          <a:p>
            <a:pPr marL="283210" indent="-283210"/>
            <a:r>
              <a:rPr lang="en-US" altLang="ko-KR" err="1">
                <a:cs typeface="Arial"/>
              </a:rPr>
              <a:t>프레임</a:t>
            </a:r>
            <a:r>
              <a:rPr lang="en-US" altLang="ko-KR">
                <a:cs typeface="Arial"/>
              </a:rPr>
              <a:t> </a:t>
            </a:r>
            <a:r>
              <a:rPr lang="en-US" altLang="ko-KR" err="1">
                <a:cs typeface="Arial"/>
              </a:rPr>
              <a:t>스레드에서</a:t>
            </a:r>
            <a:r>
              <a:rPr lang="en-US" altLang="ko-KR">
                <a:cs typeface="Arial"/>
              </a:rPr>
              <a:t> 각 </a:t>
            </a:r>
            <a:r>
              <a:rPr lang="en-US" altLang="ko-KR" err="1">
                <a:cs typeface="Arial"/>
              </a:rPr>
              <a:t>그룹</a:t>
            </a:r>
            <a:r>
              <a:rPr lang="en-US" altLang="ko-KR">
                <a:cs typeface="Arial"/>
              </a:rPr>
              <a:t> </a:t>
            </a:r>
            <a:r>
              <a:rPr lang="en-US" altLang="ko-KR" err="1">
                <a:cs typeface="Arial"/>
              </a:rPr>
              <a:t>프레임</a:t>
            </a:r>
            <a:r>
              <a:rPr lang="en-US" altLang="ko-KR">
                <a:cs typeface="Arial"/>
              </a:rPr>
              <a:t> </a:t>
            </a:r>
            <a:r>
              <a:rPr lang="en-US" altLang="ko-KR" err="1">
                <a:cs typeface="Arial"/>
              </a:rPr>
              <a:t>로직</a:t>
            </a:r>
            <a:r>
              <a:rPr lang="en-US" altLang="ko-KR">
                <a:cs typeface="Arial"/>
              </a:rPr>
              <a:t> PQCS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AACD48-B184-C932-E41F-216DF4C1A5B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pPr marL="283210" indent="-283210"/>
            <a:r>
              <a:rPr lang="ko-KR" altLang="en-US">
                <a:cs typeface="Arial"/>
              </a:rPr>
              <a:t>기존 네트워크 라이브러리 동작과 거의 동일</a:t>
            </a:r>
            <a:endParaRPr lang="ko-KR"/>
          </a:p>
          <a:p>
            <a:pPr marL="283210" indent="-283210"/>
            <a:r>
              <a:rPr lang="ko-KR" altLang="en-US">
                <a:cs typeface="Arial"/>
              </a:rPr>
              <a:t>세션에 </a:t>
            </a:r>
            <a:r>
              <a:rPr lang="ko-KR" altLang="en-US" err="1">
                <a:cs typeface="Arial"/>
              </a:rPr>
              <a:t>GroupID</a:t>
            </a:r>
            <a:r>
              <a:rPr lang="ko-KR" altLang="en-US">
                <a:cs typeface="Arial"/>
              </a:rPr>
              <a:t> 멤버 적용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8F5184BE-A42C-D864-1877-6817C1DBB523}"/>
              </a:ext>
            </a:extLst>
          </p:cNvPr>
          <p:cNvSpPr txBox="1">
            <a:spLocks/>
          </p:cNvSpPr>
          <p:nvPr/>
        </p:nvSpPr>
        <p:spPr>
          <a:xfrm>
            <a:off x="5943576" y="3431825"/>
            <a:ext cx="2981885" cy="50292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2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>
                <a:cs typeface="Arial"/>
              </a:rPr>
              <a:t>네트워크 로직 처리</a:t>
            </a:r>
            <a:endParaRPr lang="en-US">
              <a:cs typeface="Arial"/>
            </a:endParaRPr>
          </a:p>
          <a:p>
            <a:endParaRPr lang="en-US"/>
          </a:p>
        </p:txBody>
      </p:sp>
      <p:pic>
        <p:nvPicPr>
          <p:cNvPr id="8" name="그림 7" descr="텍스트, 폰트, 화이트, 그래픽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53F65EB-1E1C-75D1-BB06-2160F8DF7E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788" y="-6447"/>
            <a:ext cx="2774796" cy="700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15262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6CABFD-3BF0-7B88-C2B1-33CFEB0E67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955F04-C297-1045-E7BD-D00AB5D124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01" y="1992172"/>
            <a:ext cx="4245096" cy="966674"/>
          </a:xfrm>
        </p:spPr>
        <p:txBody>
          <a:bodyPr/>
          <a:lstStyle/>
          <a:p>
            <a:r>
              <a:rPr lang="ko-KR" altLang="en-US" sz="3600">
                <a:cs typeface="Arial"/>
              </a:rPr>
              <a:t>게임 라이브러리 </a:t>
            </a:r>
            <a:br>
              <a:rPr lang="ko-KR" altLang="en-US" sz="3600">
                <a:cs typeface="Arial"/>
              </a:rPr>
            </a:br>
            <a:r>
              <a:rPr lang="ko-KR" altLang="en-US" sz="3600">
                <a:cs typeface="Arial"/>
              </a:rPr>
              <a:t>스레드 모델</a:t>
            </a:r>
            <a:endParaRPr 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F7939EB-12EE-D4B4-57C9-0C2042754587}"/>
              </a:ext>
            </a:extLst>
          </p:cNvPr>
          <p:cNvSpPr/>
          <p:nvPr/>
        </p:nvSpPr>
        <p:spPr>
          <a:xfrm>
            <a:off x="4311136" y="212811"/>
            <a:ext cx="2073188" cy="1231323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A7880D7-B123-518E-6A15-09034C9F243F}"/>
              </a:ext>
            </a:extLst>
          </p:cNvPr>
          <p:cNvSpPr/>
          <p:nvPr/>
        </p:nvSpPr>
        <p:spPr>
          <a:xfrm>
            <a:off x="9638271" y="212811"/>
            <a:ext cx="1592648" cy="1935891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D7FAF45-B95B-5205-D2DC-13E8EE76860C}"/>
              </a:ext>
            </a:extLst>
          </p:cNvPr>
          <p:cNvSpPr/>
          <p:nvPr/>
        </p:nvSpPr>
        <p:spPr>
          <a:xfrm>
            <a:off x="4310299" y="1635513"/>
            <a:ext cx="1983275" cy="5009507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3F38A01-3CE1-352A-4B71-D4521EE5918A}"/>
              </a:ext>
            </a:extLst>
          </p:cNvPr>
          <p:cNvSpPr/>
          <p:nvPr/>
        </p:nvSpPr>
        <p:spPr>
          <a:xfrm>
            <a:off x="6533175" y="1635513"/>
            <a:ext cx="1994511" cy="5009507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9169568-988B-7C36-B635-A910ABD1B3DF}"/>
              </a:ext>
            </a:extLst>
          </p:cNvPr>
          <p:cNvSpPr txBox="1"/>
          <p:nvPr/>
        </p:nvSpPr>
        <p:spPr>
          <a:xfrm>
            <a:off x="4400378" y="329513"/>
            <a:ext cx="140043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err="1">
                <a:cs typeface="Arial"/>
              </a:rPr>
              <a:t>Accept</a:t>
            </a:r>
            <a:r>
              <a:rPr lang="ko-KR" altLang="en-US">
                <a:cs typeface="Arial"/>
              </a:rPr>
              <a:t> </a:t>
            </a:r>
            <a:r>
              <a:rPr lang="ko-KR" altLang="en-US" err="1">
                <a:cs typeface="Arial"/>
              </a:rPr>
              <a:t>Th</a:t>
            </a:r>
            <a:endParaRPr lang="ko-KR" altLang="en-US" err="1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A692ADB-8624-BD0E-06D0-D85775FDEC87}"/>
              </a:ext>
            </a:extLst>
          </p:cNvPr>
          <p:cNvSpPr txBox="1"/>
          <p:nvPr/>
        </p:nvSpPr>
        <p:spPr>
          <a:xfrm>
            <a:off x="9830486" y="329513"/>
            <a:ext cx="1400432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err="1">
                <a:solidFill>
                  <a:schemeClr val="accent4"/>
                </a:solidFill>
                <a:cs typeface="Arial"/>
              </a:rPr>
              <a:t>Send</a:t>
            </a:r>
            <a:r>
              <a:rPr lang="ko-KR" altLang="en-US">
                <a:solidFill>
                  <a:schemeClr val="accent4"/>
                </a:solidFill>
                <a:cs typeface="Arial"/>
              </a:rPr>
              <a:t> </a:t>
            </a:r>
            <a:r>
              <a:rPr lang="ko-KR" altLang="en-US" err="1">
                <a:solidFill>
                  <a:schemeClr val="accent4"/>
                </a:solidFill>
                <a:cs typeface="Arial"/>
              </a:rPr>
              <a:t>Th</a:t>
            </a:r>
            <a:endParaRPr lang="ko-KR" altLang="en-US">
              <a:solidFill>
                <a:schemeClr val="accent4"/>
              </a:solidFill>
              <a:cs typeface="Arial"/>
            </a:endParaRPr>
          </a:p>
          <a:p>
            <a:endParaRPr lang="ko-KR" altLang="en-US" sz="1400">
              <a:solidFill>
                <a:schemeClr val="accent4"/>
              </a:solidFill>
              <a:cs typeface="Arial"/>
            </a:endParaRPr>
          </a:p>
          <a:p>
            <a:endParaRPr lang="ko-KR" altLang="en-US" sz="1400">
              <a:solidFill>
                <a:schemeClr val="accent4"/>
              </a:solidFill>
              <a:cs typeface="Arial"/>
            </a:endParaRPr>
          </a:p>
          <a:p>
            <a:r>
              <a:rPr lang="ko-KR" altLang="en-US" sz="1400" err="1">
                <a:solidFill>
                  <a:schemeClr val="accent4"/>
                </a:solidFill>
                <a:cs typeface="Arial"/>
              </a:rPr>
              <a:t>SendPost</a:t>
            </a:r>
            <a:r>
              <a:rPr lang="ko-KR" altLang="en-US" sz="1400">
                <a:solidFill>
                  <a:schemeClr val="accent4"/>
                </a:solidFill>
                <a:cs typeface="Arial"/>
              </a:rPr>
              <a:t>()</a:t>
            </a:r>
          </a:p>
        </p:txBody>
      </p:sp>
      <p:sp>
        <p:nvSpPr>
          <p:cNvPr id="12" name="TextBox 8">
            <a:extLst>
              <a:ext uri="{FF2B5EF4-FFF2-40B4-BE49-F238E27FC236}">
                <a16:creationId xmlns:a16="http://schemas.microsoft.com/office/drawing/2014/main" id="{6392046F-2DA9-B1DD-C3AF-9A02A4B6A6F7}"/>
              </a:ext>
            </a:extLst>
          </p:cNvPr>
          <p:cNvSpPr txBox="1"/>
          <p:nvPr/>
        </p:nvSpPr>
        <p:spPr>
          <a:xfrm>
            <a:off x="4400378" y="329513"/>
            <a:ext cx="2073188" cy="1231106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PK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err="1">
                <a:solidFill>
                  <a:schemeClr val="accent4"/>
                </a:solidFill>
                <a:cs typeface="Arial"/>
              </a:rPr>
              <a:t>Accept</a:t>
            </a:r>
            <a:r>
              <a:rPr lang="ko-KR" altLang="en-US">
                <a:solidFill>
                  <a:schemeClr val="accent4"/>
                </a:solidFill>
                <a:cs typeface="Arial"/>
              </a:rPr>
              <a:t> </a:t>
            </a:r>
            <a:r>
              <a:rPr lang="ko-KR" altLang="en-US" err="1">
                <a:solidFill>
                  <a:schemeClr val="accent4"/>
                </a:solidFill>
                <a:cs typeface="Arial"/>
              </a:rPr>
              <a:t>Th</a:t>
            </a:r>
            <a:endParaRPr lang="ko-KR" altLang="en-US">
              <a:solidFill>
                <a:schemeClr val="accent4"/>
              </a:solidFill>
              <a:cs typeface="Arial"/>
            </a:endParaRPr>
          </a:p>
          <a:p>
            <a:endParaRPr lang="ko-KR" altLang="en-US" sz="1400">
              <a:solidFill>
                <a:schemeClr val="accent4"/>
              </a:solidFill>
              <a:cs typeface="Arial"/>
            </a:endParaRPr>
          </a:p>
          <a:p>
            <a:r>
              <a:rPr lang="ko-KR" altLang="en-US" sz="1400">
                <a:solidFill>
                  <a:schemeClr val="accent4"/>
                </a:solidFill>
                <a:cs typeface="Arial"/>
              </a:rPr>
              <a:t>Group-&gt;</a:t>
            </a:r>
          </a:p>
          <a:p>
            <a:r>
              <a:rPr lang="ko-KR" altLang="en-US" sz="1400" err="1">
                <a:solidFill>
                  <a:schemeClr val="accent4"/>
                </a:solidFill>
                <a:cs typeface="Arial"/>
              </a:rPr>
              <a:t>OnClientJoin</a:t>
            </a:r>
            <a:r>
              <a:rPr lang="ko-KR" altLang="en-US" sz="1400">
                <a:solidFill>
                  <a:schemeClr val="accent4"/>
                </a:solidFill>
                <a:cs typeface="Arial"/>
              </a:rPr>
              <a:t>(</a:t>
            </a:r>
            <a:r>
              <a:rPr lang="ko-KR" sz="1200" err="1">
                <a:solidFill>
                  <a:schemeClr val="accent4"/>
                </a:solidFill>
                <a:cs typeface="Arial"/>
              </a:rPr>
              <a:t>sessionID</a:t>
            </a:r>
            <a:r>
              <a:rPr lang="ko-KR" altLang="en-US" sz="1400">
                <a:solidFill>
                  <a:schemeClr val="accent4"/>
                </a:solidFill>
                <a:cs typeface="Arial"/>
              </a:rPr>
              <a:t>)</a:t>
            </a:r>
          </a:p>
          <a:p>
            <a:endParaRPr lang="ko-KR" altLang="en-US" sz="1400">
              <a:cs typeface="Arial"/>
            </a:endParaRPr>
          </a:p>
        </p:txBody>
      </p:sp>
      <p:sp>
        <p:nvSpPr>
          <p:cNvPr id="13" name="TextBox 8">
            <a:extLst>
              <a:ext uri="{FF2B5EF4-FFF2-40B4-BE49-F238E27FC236}">
                <a16:creationId xmlns:a16="http://schemas.microsoft.com/office/drawing/2014/main" id="{D02DA903-3317-1313-4A43-15EEC2D16E19}"/>
              </a:ext>
            </a:extLst>
          </p:cNvPr>
          <p:cNvSpPr txBox="1"/>
          <p:nvPr/>
        </p:nvSpPr>
        <p:spPr>
          <a:xfrm>
            <a:off x="4401383" y="1734969"/>
            <a:ext cx="1884989" cy="4647426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PK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err="1">
                <a:solidFill>
                  <a:schemeClr val="accent4"/>
                </a:solidFill>
                <a:cs typeface="Arial"/>
              </a:rPr>
              <a:t>Worker</a:t>
            </a:r>
            <a:r>
              <a:rPr lang="ko-KR" altLang="en-US">
                <a:solidFill>
                  <a:schemeClr val="accent4"/>
                </a:solidFill>
                <a:cs typeface="Arial"/>
              </a:rPr>
              <a:t> </a:t>
            </a:r>
            <a:r>
              <a:rPr lang="ko-KR" altLang="en-US" err="1">
                <a:solidFill>
                  <a:schemeClr val="accent4"/>
                </a:solidFill>
                <a:cs typeface="Arial"/>
              </a:rPr>
              <a:t>Th</a:t>
            </a:r>
            <a:endParaRPr lang="ko-KR" altLang="en-US">
              <a:solidFill>
                <a:schemeClr val="accent4"/>
              </a:solidFill>
              <a:cs typeface="Arial"/>
            </a:endParaRPr>
          </a:p>
          <a:p>
            <a:endParaRPr lang="ko-KR" altLang="en-US" sz="1400">
              <a:solidFill>
                <a:schemeClr val="accent4"/>
              </a:solidFill>
              <a:cs typeface="Arial"/>
            </a:endParaRPr>
          </a:p>
          <a:p>
            <a:r>
              <a:rPr lang="ko-KR" altLang="en-US" sz="1400" err="1">
                <a:solidFill>
                  <a:schemeClr val="accent4"/>
                </a:solidFill>
                <a:cs typeface="Arial"/>
              </a:rPr>
              <a:t>RecvIOProc</a:t>
            </a:r>
            <a:r>
              <a:rPr lang="ko-KR" altLang="en-US" sz="1400">
                <a:solidFill>
                  <a:schemeClr val="accent4"/>
                </a:solidFill>
                <a:cs typeface="Arial"/>
              </a:rPr>
              <a:t>()</a:t>
            </a:r>
          </a:p>
          <a:p>
            <a:r>
              <a:rPr lang="ko-KR" altLang="en-US" sz="1400">
                <a:solidFill>
                  <a:schemeClr val="accent4"/>
                </a:solidFill>
                <a:cs typeface="Arial"/>
              </a:rPr>
              <a:t>{</a:t>
            </a:r>
          </a:p>
          <a:p>
            <a:r>
              <a:rPr lang="ko-KR" altLang="en-US" sz="1400">
                <a:solidFill>
                  <a:schemeClr val="accent4"/>
                </a:solidFill>
                <a:cs typeface="Arial"/>
              </a:rPr>
              <a:t>Group-&gt; </a:t>
            </a:r>
            <a:r>
              <a:rPr lang="ko-KR" altLang="en-US" sz="1400" err="1">
                <a:solidFill>
                  <a:schemeClr val="accent4"/>
                </a:solidFill>
                <a:cs typeface="Arial"/>
              </a:rPr>
              <a:t>OnRecv</a:t>
            </a:r>
            <a:r>
              <a:rPr lang="ko-KR" altLang="en-US" sz="1400">
                <a:solidFill>
                  <a:schemeClr val="accent4"/>
                </a:solidFill>
                <a:cs typeface="Arial"/>
              </a:rPr>
              <a:t>(</a:t>
            </a:r>
            <a:r>
              <a:rPr lang="ko-KR" sz="1200" err="1">
                <a:solidFill>
                  <a:schemeClr val="accent4"/>
                </a:solidFill>
                <a:cs typeface="Arial"/>
              </a:rPr>
              <a:t>sessionID</a:t>
            </a:r>
            <a:r>
              <a:rPr lang="ko-KR" altLang="en-US" sz="1400">
                <a:solidFill>
                  <a:schemeClr val="accent4"/>
                </a:solidFill>
                <a:cs typeface="Arial"/>
              </a:rPr>
              <a:t>)</a:t>
            </a:r>
          </a:p>
          <a:p>
            <a:r>
              <a:rPr lang="ko-KR" altLang="en-US" sz="1400">
                <a:solidFill>
                  <a:schemeClr val="accent4"/>
                </a:solidFill>
                <a:cs typeface="Arial"/>
              </a:rPr>
              <a:t>}</a:t>
            </a:r>
          </a:p>
          <a:p>
            <a:endParaRPr lang="ko-KR" altLang="en-US" sz="1400">
              <a:solidFill>
                <a:schemeClr val="accent4"/>
              </a:solidFill>
              <a:cs typeface="Arial"/>
            </a:endParaRPr>
          </a:p>
          <a:p>
            <a:r>
              <a:rPr lang="ko-KR" altLang="en-US" sz="1400" err="1">
                <a:solidFill>
                  <a:schemeClr val="accent4"/>
                </a:solidFill>
                <a:cs typeface="Arial"/>
              </a:rPr>
              <a:t>SendIOProc</a:t>
            </a:r>
            <a:r>
              <a:rPr lang="ko-KR" altLang="en-US" sz="1400">
                <a:solidFill>
                  <a:schemeClr val="accent4"/>
                </a:solidFill>
                <a:cs typeface="Arial"/>
              </a:rPr>
              <a:t>()</a:t>
            </a:r>
          </a:p>
          <a:p>
            <a:endParaRPr lang="ko-KR" altLang="en-US" sz="1400">
              <a:solidFill>
                <a:schemeClr val="accent4"/>
              </a:solidFill>
              <a:cs typeface="Arial"/>
            </a:endParaRPr>
          </a:p>
          <a:p>
            <a:r>
              <a:rPr lang="ko-KR" altLang="en-US" sz="1400" err="1">
                <a:solidFill>
                  <a:schemeClr val="accent4"/>
                </a:solidFill>
                <a:cs typeface="Arial"/>
              </a:rPr>
              <a:t>Release</a:t>
            </a:r>
            <a:r>
              <a:rPr lang="ko-KR" altLang="en-US" sz="1400">
                <a:solidFill>
                  <a:schemeClr val="accent4"/>
                </a:solidFill>
                <a:cs typeface="Arial"/>
              </a:rPr>
              <a:t>()</a:t>
            </a:r>
          </a:p>
          <a:p>
            <a:r>
              <a:rPr lang="ko-KR" altLang="en-US" sz="1400">
                <a:solidFill>
                  <a:schemeClr val="accent4"/>
                </a:solidFill>
                <a:cs typeface="Arial"/>
              </a:rPr>
              <a:t>{ </a:t>
            </a:r>
          </a:p>
          <a:p>
            <a:r>
              <a:rPr lang="ko-KR" altLang="en-US" sz="1400">
                <a:solidFill>
                  <a:schemeClr val="accent4"/>
                </a:solidFill>
                <a:cs typeface="Arial"/>
              </a:rPr>
              <a:t>Group-&gt;</a:t>
            </a:r>
          </a:p>
          <a:p>
            <a:r>
              <a:rPr lang="ko-KR" altLang="en-US" sz="1400" err="1">
                <a:solidFill>
                  <a:schemeClr val="accent4"/>
                </a:solidFill>
                <a:cs typeface="Arial"/>
              </a:rPr>
              <a:t>OnClientLeave</a:t>
            </a:r>
            <a:r>
              <a:rPr lang="ko-KR" altLang="en-US" sz="1400">
                <a:solidFill>
                  <a:schemeClr val="accent4"/>
                </a:solidFill>
                <a:cs typeface="Arial"/>
              </a:rPr>
              <a:t>(</a:t>
            </a:r>
          </a:p>
          <a:p>
            <a:r>
              <a:rPr lang="ko-KR" sz="1200" err="1">
                <a:solidFill>
                  <a:schemeClr val="accent4"/>
                </a:solidFill>
                <a:cs typeface="Arial"/>
              </a:rPr>
              <a:t>sessionID</a:t>
            </a:r>
            <a:r>
              <a:rPr lang="ko-KR" sz="1200">
                <a:solidFill>
                  <a:schemeClr val="accent4"/>
                </a:solidFill>
                <a:cs typeface="Arial"/>
              </a:rPr>
              <a:t>)</a:t>
            </a:r>
            <a:endParaRPr lang="ko-KR">
              <a:solidFill>
                <a:schemeClr val="accent4"/>
              </a:solidFill>
            </a:endParaRPr>
          </a:p>
          <a:p>
            <a:r>
              <a:rPr lang="ko-KR" altLang="en-US" sz="1400">
                <a:solidFill>
                  <a:schemeClr val="accent4"/>
                </a:solidFill>
                <a:cs typeface="Arial"/>
              </a:rPr>
              <a:t>}</a:t>
            </a:r>
          </a:p>
          <a:p>
            <a:endParaRPr lang="ko-KR" altLang="en-US" sz="1400">
              <a:solidFill>
                <a:schemeClr val="accent4"/>
              </a:solidFill>
              <a:cs typeface="Arial"/>
            </a:endParaRPr>
          </a:p>
          <a:p>
            <a:r>
              <a:rPr lang="ko-KR" altLang="en-US" sz="1400">
                <a:solidFill>
                  <a:schemeClr val="accent4"/>
                </a:solidFill>
                <a:cs typeface="Arial"/>
              </a:rPr>
              <a:t>Group-&gt;</a:t>
            </a:r>
            <a:r>
              <a:rPr lang="ko-KR" altLang="en-US" sz="1400" err="1">
                <a:solidFill>
                  <a:schemeClr val="accent4"/>
                </a:solidFill>
                <a:cs typeface="Arial"/>
              </a:rPr>
              <a:t>OnUpdate</a:t>
            </a:r>
            <a:r>
              <a:rPr lang="ko-KR" altLang="en-US" sz="1400">
                <a:solidFill>
                  <a:schemeClr val="accent4"/>
                </a:solidFill>
                <a:cs typeface="Arial"/>
              </a:rPr>
              <a:t>()</a:t>
            </a:r>
          </a:p>
          <a:p>
            <a:endParaRPr lang="ko-KR" altLang="en-US" sz="1400">
              <a:solidFill>
                <a:schemeClr val="accent4"/>
              </a:solidFill>
              <a:cs typeface="Arial"/>
            </a:endParaRPr>
          </a:p>
          <a:p>
            <a:r>
              <a:rPr lang="ko-KR" altLang="en-US" sz="1400">
                <a:solidFill>
                  <a:schemeClr val="accent4"/>
                </a:solidFill>
                <a:cs typeface="Arial"/>
              </a:rPr>
              <a:t>Group-&gt;</a:t>
            </a:r>
            <a:endParaRPr lang="ko-KR">
              <a:solidFill>
                <a:schemeClr val="accent4"/>
              </a:solidFill>
              <a:cs typeface="Arial"/>
            </a:endParaRPr>
          </a:p>
          <a:p>
            <a:r>
              <a:rPr lang="ko-KR" altLang="en-US" sz="1400" err="1">
                <a:solidFill>
                  <a:schemeClr val="accent4"/>
                </a:solidFill>
                <a:cs typeface="Arial"/>
              </a:rPr>
              <a:t>OnUserMove</a:t>
            </a:r>
            <a:r>
              <a:rPr lang="ko-KR" altLang="en-US" sz="1400">
                <a:solidFill>
                  <a:schemeClr val="accent4"/>
                </a:solidFill>
                <a:cs typeface="Arial"/>
              </a:rPr>
              <a:t>()</a:t>
            </a:r>
            <a:endParaRPr lang="ko-KR">
              <a:solidFill>
                <a:schemeClr val="accent4"/>
              </a:solidFill>
              <a:cs typeface="Arial"/>
            </a:endParaRPr>
          </a:p>
        </p:txBody>
      </p:sp>
      <p:sp>
        <p:nvSpPr>
          <p:cNvPr id="14" name="TextBox 8">
            <a:extLst>
              <a:ext uri="{FF2B5EF4-FFF2-40B4-BE49-F238E27FC236}">
                <a16:creationId xmlns:a16="http://schemas.microsoft.com/office/drawing/2014/main" id="{3A458C52-F537-1CD8-37F3-B2EB6FB35299}"/>
              </a:ext>
            </a:extLst>
          </p:cNvPr>
          <p:cNvSpPr txBox="1"/>
          <p:nvPr/>
        </p:nvSpPr>
        <p:spPr>
          <a:xfrm>
            <a:off x="6705801" y="1734969"/>
            <a:ext cx="1817680" cy="4647426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PK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err="1">
                <a:solidFill>
                  <a:schemeClr val="accent4"/>
                </a:solidFill>
                <a:cs typeface="Arial"/>
              </a:rPr>
              <a:t>Worker</a:t>
            </a:r>
            <a:r>
              <a:rPr lang="ko-KR" altLang="en-US">
                <a:solidFill>
                  <a:schemeClr val="accent4"/>
                </a:solidFill>
                <a:cs typeface="Arial"/>
              </a:rPr>
              <a:t> </a:t>
            </a:r>
            <a:r>
              <a:rPr lang="ko-KR" altLang="en-US" err="1">
                <a:solidFill>
                  <a:schemeClr val="accent4"/>
                </a:solidFill>
                <a:cs typeface="Arial"/>
              </a:rPr>
              <a:t>Th</a:t>
            </a:r>
            <a:endParaRPr lang="ko-KR" altLang="en-US">
              <a:solidFill>
                <a:schemeClr val="accent4"/>
              </a:solidFill>
              <a:cs typeface="Arial"/>
            </a:endParaRPr>
          </a:p>
          <a:p>
            <a:endParaRPr lang="ko-KR" altLang="en-US" sz="1400">
              <a:solidFill>
                <a:schemeClr val="accent4"/>
              </a:solidFill>
              <a:cs typeface="Arial"/>
            </a:endParaRPr>
          </a:p>
          <a:p>
            <a:r>
              <a:rPr lang="ko-KR" sz="1400" err="1">
                <a:solidFill>
                  <a:schemeClr val="accent4"/>
                </a:solidFill>
                <a:cs typeface="Arial"/>
              </a:rPr>
              <a:t>RecvIOProc</a:t>
            </a:r>
            <a:r>
              <a:rPr lang="ko-KR" sz="1400">
                <a:solidFill>
                  <a:schemeClr val="accent4"/>
                </a:solidFill>
                <a:cs typeface="Arial"/>
              </a:rPr>
              <a:t>()</a:t>
            </a:r>
          </a:p>
          <a:p>
            <a:r>
              <a:rPr lang="ko-KR" sz="1400">
                <a:solidFill>
                  <a:schemeClr val="accent4"/>
                </a:solidFill>
                <a:cs typeface="Arial"/>
              </a:rPr>
              <a:t>{</a:t>
            </a:r>
          </a:p>
          <a:p>
            <a:r>
              <a:rPr lang="en-US" altLang="ko-KR" sz="1400">
                <a:solidFill>
                  <a:schemeClr val="accent4"/>
                </a:solidFill>
                <a:cs typeface="Arial"/>
              </a:rPr>
              <a:t>Group-&gt;</a:t>
            </a:r>
            <a:endParaRPr lang="ko-KR" altLang="en-US" sz="1400">
              <a:solidFill>
                <a:schemeClr val="accent4"/>
              </a:solidFill>
              <a:cs typeface="Arial"/>
            </a:endParaRPr>
          </a:p>
          <a:p>
            <a:r>
              <a:rPr lang="ko-KR" sz="1400" err="1">
                <a:solidFill>
                  <a:schemeClr val="accent4"/>
                </a:solidFill>
                <a:cs typeface="Arial"/>
              </a:rPr>
              <a:t>OnRecv</a:t>
            </a:r>
            <a:r>
              <a:rPr lang="en-US" altLang="ko-KR" sz="1400">
                <a:solidFill>
                  <a:schemeClr val="accent4"/>
                </a:solidFill>
                <a:cs typeface="Arial"/>
              </a:rPr>
              <a:t>(</a:t>
            </a:r>
            <a:r>
              <a:rPr lang="en-US" altLang="ko-KR" sz="1200" err="1">
                <a:solidFill>
                  <a:schemeClr val="accent4"/>
                </a:solidFill>
                <a:cs typeface="Arial"/>
              </a:rPr>
              <a:t>sessionID</a:t>
            </a:r>
            <a:r>
              <a:rPr lang="en-US" altLang="ko-KR" sz="1400">
                <a:solidFill>
                  <a:schemeClr val="accent4"/>
                </a:solidFill>
                <a:cs typeface="Arial"/>
              </a:rPr>
              <a:t>)</a:t>
            </a:r>
            <a:endParaRPr lang="en-US" sz="1400">
              <a:solidFill>
                <a:schemeClr val="accent4"/>
              </a:solidFill>
              <a:ea typeface="Malgun Gothic"/>
              <a:cs typeface="Arial"/>
            </a:endParaRPr>
          </a:p>
          <a:p>
            <a:r>
              <a:rPr lang="ko-KR" sz="1400">
                <a:solidFill>
                  <a:schemeClr val="accent4"/>
                </a:solidFill>
                <a:cs typeface="Arial"/>
              </a:rPr>
              <a:t>}</a:t>
            </a:r>
            <a:endParaRPr lang="en-US" sz="1400">
              <a:solidFill>
                <a:schemeClr val="accent4"/>
              </a:solidFill>
              <a:ea typeface="Malgun Gothic"/>
              <a:cs typeface="Arial"/>
            </a:endParaRPr>
          </a:p>
          <a:p>
            <a:endParaRPr lang="ko-KR" sz="1400">
              <a:solidFill>
                <a:schemeClr val="accent4"/>
              </a:solidFill>
              <a:cs typeface="Arial"/>
            </a:endParaRPr>
          </a:p>
          <a:p>
            <a:r>
              <a:rPr lang="ko-KR" sz="1400" err="1">
                <a:solidFill>
                  <a:schemeClr val="accent4"/>
                </a:solidFill>
                <a:cs typeface="Arial"/>
              </a:rPr>
              <a:t>SendIOProc</a:t>
            </a:r>
            <a:r>
              <a:rPr lang="ko-KR" sz="1400">
                <a:solidFill>
                  <a:schemeClr val="accent4"/>
                </a:solidFill>
                <a:cs typeface="Arial"/>
              </a:rPr>
              <a:t>()</a:t>
            </a:r>
            <a:endParaRPr lang="ko-KR">
              <a:solidFill>
                <a:schemeClr val="accent4"/>
              </a:solidFill>
              <a:cs typeface="Arial"/>
            </a:endParaRPr>
          </a:p>
          <a:p>
            <a:endParaRPr lang="ko-KR" sz="1400">
              <a:solidFill>
                <a:schemeClr val="accent4"/>
              </a:solidFill>
              <a:cs typeface="Arial"/>
            </a:endParaRPr>
          </a:p>
          <a:p>
            <a:r>
              <a:rPr lang="ko-KR" sz="1400" err="1">
                <a:solidFill>
                  <a:schemeClr val="accent4"/>
                </a:solidFill>
                <a:cs typeface="Arial"/>
              </a:rPr>
              <a:t>Release</a:t>
            </a:r>
            <a:r>
              <a:rPr lang="ko-KR" sz="1400">
                <a:solidFill>
                  <a:schemeClr val="accent4"/>
                </a:solidFill>
                <a:cs typeface="Arial"/>
              </a:rPr>
              <a:t>()</a:t>
            </a:r>
          </a:p>
          <a:p>
            <a:r>
              <a:rPr lang="ko-KR" sz="1400">
                <a:solidFill>
                  <a:schemeClr val="accent4"/>
                </a:solidFill>
                <a:cs typeface="Arial"/>
              </a:rPr>
              <a:t>{ </a:t>
            </a:r>
            <a:endParaRPr lang="ko-KR" altLang="en-US" sz="1400">
              <a:solidFill>
                <a:schemeClr val="accent4"/>
              </a:solidFill>
              <a:cs typeface="Arial"/>
            </a:endParaRPr>
          </a:p>
          <a:p>
            <a:r>
              <a:rPr lang="en-US" altLang="ko-KR" sz="1400">
                <a:solidFill>
                  <a:schemeClr val="accent4"/>
                </a:solidFill>
                <a:cs typeface="Arial"/>
              </a:rPr>
              <a:t>Group-&gt;</a:t>
            </a:r>
            <a:endParaRPr lang="ko-KR" altLang="en-US" sz="1400">
              <a:solidFill>
                <a:schemeClr val="accent4"/>
              </a:solidFill>
              <a:cs typeface="Arial"/>
            </a:endParaRPr>
          </a:p>
          <a:p>
            <a:r>
              <a:rPr lang="ko-KR" sz="1400" err="1">
                <a:solidFill>
                  <a:schemeClr val="accent4"/>
                </a:solidFill>
                <a:cs typeface="Arial"/>
              </a:rPr>
              <a:t>OnClientLeave</a:t>
            </a:r>
            <a:r>
              <a:rPr lang="en-US" altLang="ko-KR" sz="1400">
                <a:solidFill>
                  <a:schemeClr val="accent4"/>
                </a:solidFill>
                <a:cs typeface="Arial"/>
              </a:rPr>
              <a:t>(</a:t>
            </a:r>
            <a:endParaRPr lang="ko-KR" altLang="en-US" sz="1200">
              <a:solidFill>
                <a:schemeClr val="accent4"/>
              </a:solidFill>
              <a:cs typeface="Arial"/>
            </a:endParaRPr>
          </a:p>
          <a:p>
            <a:r>
              <a:rPr lang="en-US" altLang="ko-KR" sz="1200" err="1">
                <a:solidFill>
                  <a:schemeClr val="accent4"/>
                </a:solidFill>
                <a:cs typeface="Arial"/>
              </a:rPr>
              <a:t>sessionID</a:t>
            </a:r>
            <a:r>
              <a:rPr lang="en-US" altLang="ko-KR" sz="1200">
                <a:solidFill>
                  <a:schemeClr val="accent4"/>
                </a:solidFill>
                <a:cs typeface="Arial"/>
              </a:rPr>
              <a:t>)</a:t>
            </a:r>
            <a:endParaRPr lang="ko-KR" sz="1200">
              <a:solidFill>
                <a:schemeClr val="accent4"/>
              </a:solidFill>
              <a:cs typeface="Arial"/>
            </a:endParaRPr>
          </a:p>
          <a:p>
            <a:r>
              <a:rPr lang="ko-KR" sz="1400">
                <a:solidFill>
                  <a:schemeClr val="accent4"/>
                </a:solidFill>
                <a:cs typeface="Arial"/>
              </a:rPr>
              <a:t>}</a:t>
            </a:r>
          </a:p>
          <a:p>
            <a:endParaRPr lang="ko-KR" altLang="en-US" sz="1400">
              <a:solidFill>
                <a:schemeClr val="accent4"/>
              </a:solidFill>
              <a:cs typeface="Arial"/>
            </a:endParaRPr>
          </a:p>
          <a:p>
            <a:r>
              <a:rPr lang="en-US" altLang="ko-KR" sz="1400">
                <a:solidFill>
                  <a:schemeClr val="accent4"/>
                </a:solidFill>
                <a:cs typeface="Arial"/>
              </a:rPr>
              <a:t>Group-&gt;</a:t>
            </a:r>
            <a:r>
              <a:rPr lang="en-US" altLang="ko-KR" sz="1400" err="1">
                <a:solidFill>
                  <a:schemeClr val="accent4"/>
                </a:solidFill>
                <a:cs typeface="Arial"/>
              </a:rPr>
              <a:t>OnUpdate</a:t>
            </a:r>
            <a:r>
              <a:rPr lang="en-US" altLang="ko-KR" sz="1400">
                <a:solidFill>
                  <a:schemeClr val="accent4"/>
                </a:solidFill>
                <a:cs typeface="Arial"/>
              </a:rPr>
              <a:t>()</a:t>
            </a:r>
          </a:p>
          <a:p>
            <a:endParaRPr lang="en-US" altLang="ko-KR" sz="1400">
              <a:solidFill>
                <a:schemeClr val="accent4"/>
              </a:solidFill>
              <a:cs typeface="Arial"/>
            </a:endParaRPr>
          </a:p>
          <a:p>
            <a:r>
              <a:rPr lang="en-US" altLang="ko-KR" sz="1400">
                <a:solidFill>
                  <a:schemeClr val="accent4"/>
                </a:solidFill>
                <a:cs typeface="Arial"/>
              </a:rPr>
              <a:t>Group-&gt;</a:t>
            </a:r>
          </a:p>
          <a:p>
            <a:r>
              <a:rPr lang="en-US" altLang="ko-KR" sz="1400" err="1">
                <a:solidFill>
                  <a:schemeClr val="accent4"/>
                </a:solidFill>
                <a:cs typeface="Arial"/>
              </a:rPr>
              <a:t>OnUserMove</a:t>
            </a:r>
            <a:r>
              <a:rPr lang="en-US" altLang="ko-KR" sz="1400">
                <a:solidFill>
                  <a:schemeClr val="accent4"/>
                </a:solidFill>
                <a:cs typeface="Arial"/>
              </a:rPr>
              <a:t>()</a:t>
            </a:r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0264BEEE-CED1-5612-4FE9-6B1460D82F25}"/>
              </a:ext>
            </a:extLst>
          </p:cNvPr>
          <p:cNvSpPr/>
          <p:nvPr/>
        </p:nvSpPr>
        <p:spPr>
          <a:xfrm>
            <a:off x="6944899" y="399333"/>
            <a:ext cx="1894702" cy="940486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TextBox 8">
            <a:extLst>
              <a:ext uri="{FF2B5EF4-FFF2-40B4-BE49-F238E27FC236}">
                <a16:creationId xmlns:a16="http://schemas.microsoft.com/office/drawing/2014/main" id="{A8154FA3-BC42-1917-60D1-F0F5C2DE8ED0}"/>
              </a:ext>
            </a:extLst>
          </p:cNvPr>
          <p:cNvSpPr txBox="1"/>
          <p:nvPr/>
        </p:nvSpPr>
        <p:spPr>
          <a:xfrm>
            <a:off x="7345908" y="695862"/>
            <a:ext cx="1400432" cy="584775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PK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err="1">
                <a:solidFill>
                  <a:schemeClr val="accent4"/>
                </a:solidFill>
                <a:cs typeface="Arial"/>
              </a:rPr>
              <a:t>Contents</a:t>
            </a:r>
          </a:p>
          <a:p>
            <a:endParaRPr lang="ko-KR" altLang="en-US" sz="1400">
              <a:solidFill>
                <a:srgbClr val="000000"/>
              </a:solidFill>
              <a:cs typeface="Arial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2316237-62CE-C82D-F15A-2504D2A2986E}"/>
              </a:ext>
            </a:extLst>
          </p:cNvPr>
          <p:cNvSpPr/>
          <p:nvPr/>
        </p:nvSpPr>
        <p:spPr>
          <a:xfrm>
            <a:off x="9830319" y="2734225"/>
            <a:ext cx="1592648" cy="1935891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6791554-FB81-3499-E956-8F84FA14BC21}"/>
              </a:ext>
            </a:extLst>
          </p:cNvPr>
          <p:cNvSpPr txBox="1"/>
          <p:nvPr/>
        </p:nvSpPr>
        <p:spPr>
          <a:xfrm>
            <a:off x="9923412" y="2956243"/>
            <a:ext cx="1388042" cy="123110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err="1">
                <a:solidFill>
                  <a:schemeClr val="accent4"/>
                </a:solidFill>
                <a:cs typeface="Arial"/>
              </a:rPr>
              <a:t>Frame</a:t>
            </a:r>
            <a:r>
              <a:rPr lang="ko-KR" altLang="en-US">
                <a:solidFill>
                  <a:schemeClr val="accent4"/>
                </a:solidFill>
                <a:cs typeface="Arial"/>
              </a:rPr>
              <a:t> </a:t>
            </a:r>
            <a:r>
              <a:rPr lang="ko-KR" altLang="en-US" err="1">
                <a:solidFill>
                  <a:schemeClr val="accent4"/>
                </a:solidFill>
                <a:cs typeface="Arial"/>
              </a:rPr>
              <a:t>Th</a:t>
            </a:r>
            <a:endParaRPr lang="ko-KR" altLang="en-US">
              <a:solidFill>
                <a:schemeClr val="accent4"/>
              </a:solidFill>
              <a:cs typeface="Arial"/>
            </a:endParaRPr>
          </a:p>
          <a:p>
            <a:endParaRPr lang="ko-KR" altLang="en-US" sz="1400">
              <a:solidFill>
                <a:schemeClr val="accent4"/>
              </a:solidFill>
              <a:cs typeface="Arial"/>
            </a:endParaRPr>
          </a:p>
          <a:p>
            <a:endParaRPr lang="ko-KR" altLang="en-US" sz="1400">
              <a:solidFill>
                <a:schemeClr val="accent4"/>
              </a:solidFill>
              <a:cs typeface="Arial"/>
            </a:endParaRPr>
          </a:p>
          <a:p>
            <a:r>
              <a:rPr lang="ko-KR" altLang="en-US" sz="1400">
                <a:solidFill>
                  <a:schemeClr val="accent4"/>
                </a:solidFill>
                <a:cs typeface="Arial"/>
              </a:rPr>
              <a:t>각 그룹 프레임 체크 -&gt; PQCS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9BFA04AA-10E0-F323-E1CF-99447BED625F}"/>
              </a:ext>
            </a:extLst>
          </p:cNvPr>
          <p:cNvSpPr txBox="1">
            <a:spLocks/>
          </p:cNvSpPr>
          <p:nvPr/>
        </p:nvSpPr>
        <p:spPr>
          <a:xfrm>
            <a:off x="63123" y="3172962"/>
            <a:ext cx="4245096" cy="340755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000" kern="1200" cap="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indent="-285750">
              <a:buFont typeface="Calibri"/>
              <a:buChar char="-"/>
            </a:pPr>
            <a:r>
              <a:rPr lang="ko-KR" altLang="en-US" sz="1800">
                <a:cs typeface="Arial"/>
              </a:rPr>
              <a:t>세션 멤버로 그룹 ID 존재</a:t>
            </a:r>
          </a:p>
          <a:p>
            <a:pPr marL="285750" indent="-285750">
              <a:buFont typeface="Calibri"/>
              <a:buChar char="-"/>
            </a:pPr>
            <a:endParaRPr lang="ko-KR" altLang="en-US" sz="1800">
              <a:cs typeface="Arial"/>
            </a:endParaRPr>
          </a:p>
          <a:p>
            <a:pPr marL="285750" indent="-285750">
              <a:buFont typeface="Calibri"/>
              <a:buChar char="-"/>
            </a:pPr>
            <a:r>
              <a:rPr lang="ko-KR" altLang="en-US" sz="1800">
                <a:cs typeface="Arial"/>
              </a:rPr>
              <a:t>그룹 클래스의 </a:t>
            </a:r>
            <a:r>
              <a:rPr lang="ko-KR" altLang="en-US" sz="1800" err="1">
                <a:cs typeface="Arial"/>
              </a:rPr>
              <a:t>콜백</a:t>
            </a:r>
            <a:r>
              <a:rPr lang="ko-KR" altLang="en-US" sz="1800">
                <a:cs typeface="Arial"/>
              </a:rPr>
              <a:t> 함수 호출</a:t>
            </a:r>
          </a:p>
          <a:p>
            <a:pPr marL="285750" indent="-285750">
              <a:buFont typeface="Calibri"/>
              <a:buChar char="-"/>
            </a:pPr>
            <a:endParaRPr lang="ko-KR" altLang="en-US" sz="1800">
              <a:cs typeface="Arial"/>
            </a:endParaRPr>
          </a:p>
          <a:p>
            <a:pPr marL="285750" indent="-285750">
              <a:buFont typeface="Calibri"/>
              <a:buChar char="-"/>
            </a:pPr>
            <a:r>
              <a:rPr lang="ko-KR" altLang="en-US" sz="1800">
                <a:cs typeface="Arial"/>
              </a:rPr>
              <a:t>프레임 스레드에서 PQCS</a:t>
            </a:r>
          </a:p>
        </p:txBody>
      </p:sp>
      <p:pic>
        <p:nvPicPr>
          <p:cNvPr id="17" name="그림 16" descr="텍스트, 폰트, 화이트, 그래픽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8E7DFCF-8DD5-C69D-A1B8-6D3CC0BDE7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788" y="-6447"/>
            <a:ext cx="2774796" cy="700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42644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BC5FDE-C343-0971-640F-2AA93B52BA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1E66D0-3842-65C7-1ADE-C0DC46A9D0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048" y="2386650"/>
            <a:ext cx="4251960" cy="526486"/>
          </a:xfrm>
        </p:spPr>
        <p:txBody>
          <a:bodyPr/>
          <a:lstStyle/>
          <a:p>
            <a:r>
              <a:rPr lang="ko-KR" altLang="en-US" sz="3600"/>
              <a:t>그룹</a:t>
            </a:r>
            <a:r>
              <a:rPr lang="en-US" altLang="ko-KR" sz="3600"/>
              <a:t> </a:t>
            </a:r>
            <a:r>
              <a:rPr lang="en-US" altLang="ko-KR" sz="3600" err="1"/>
              <a:t>클래스</a:t>
            </a:r>
            <a:r>
              <a:rPr lang="en-US" altLang="ko-KR" sz="3600"/>
              <a:t> </a:t>
            </a:r>
            <a:endParaRPr lang="en-US" altLang="ko-KR" sz="3600">
              <a:cs typeface="Arial"/>
            </a:endParaRPr>
          </a:p>
        </p:txBody>
      </p:sp>
      <p:pic>
        <p:nvPicPr>
          <p:cNvPr id="3" name="그림 2" descr="텍스트, 스크린샷, 폰트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2D749CF-BF2C-74EE-5F55-7C4C791AB4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5248" y="84293"/>
            <a:ext cx="7505700" cy="2105025"/>
          </a:xfrm>
          <a:prstGeom prst="rect">
            <a:avLst/>
          </a:prstGeom>
        </p:spPr>
      </p:pic>
      <p:pic>
        <p:nvPicPr>
          <p:cNvPr id="4" name="그림 3" descr="텍스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D262174-8F95-F4FE-029F-C123F1A62E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7726" y="2183316"/>
            <a:ext cx="6286500" cy="4610100"/>
          </a:xfrm>
          <a:prstGeom prst="rect">
            <a:avLst/>
          </a:prstGeom>
        </p:spPr>
      </p:pic>
      <p:pic>
        <p:nvPicPr>
          <p:cNvPr id="9" name="그림 8" descr="텍스트, 폰트, 화이트, 그래픽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701D794-4BD4-3EBA-1606-6AACD83E3B7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2788" y="-6447"/>
            <a:ext cx="2774796" cy="700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10103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BC5FDE-C343-0971-640F-2AA93B52BA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1E66D0-3842-65C7-1ADE-C0DC46A9D0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048" y="2386650"/>
            <a:ext cx="4251960" cy="526486"/>
          </a:xfrm>
        </p:spPr>
        <p:txBody>
          <a:bodyPr/>
          <a:lstStyle/>
          <a:p>
            <a:r>
              <a:rPr lang="ko-KR" altLang="en-US" sz="3600"/>
              <a:t>그룹</a:t>
            </a:r>
            <a:r>
              <a:rPr lang="en-US" altLang="ko-KR" sz="3600"/>
              <a:t> </a:t>
            </a:r>
            <a:r>
              <a:rPr lang="ko-KR" altLang="en-US" sz="3600"/>
              <a:t>처리</a:t>
            </a:r>
            <a:r>
              <a:rPr lang="en-US" altLang="ko-KR" sz="3600"/>
              <a:t> 코드1</a:t>
            </a:r>
            <a:endParaRPr lang="en-US"/>
          </a:p>
        </p:txBody>
      </p:sp>
      <p:pic>
        <p:nvPicPr>
          <p:cNvPr id="5" name="그림 4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7575EEC-3AA4-D50F-F5F2-062F2B4858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3506" y="387"/>
            <a:ext cx="6867525" cy="2000250"/>
          </a:xfrm>
          <a:prstGeom prst="rect">
            <a:avLst/>
          </a:prstGeom>
        </p:spPr>
      </p:pic>
      <p:pic>
        <p:nvPicPr>
          <p:cNvPr id="6" name="그림 5" descr="텍스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13286CB-6435-4306-78D8-498DBDBE61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1337" y="1943216"/>
            <a:ext cx="7553325" cy="4867275"/>
          </a:xfrm>
          <a:prstGeom prst="rect">
            <a:avLst/>
          </a:prstGeom>
        </p:spPr>
      </p:pic>
      <p:pic>
        <p:nvPicPr>
          <p:cNvPr id="4" name="그림 3" descr="텍스트, 폰트, 화이트, 그래픽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72839D8-4362-7ABE-D259-72F332F232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2788" y="-6447"/>
            <a:ext cx="2774796" cy="700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47418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BC5FDE-C343-0971-640F-2AA93B52BA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1E66D0-3842-65C7-1ADE-C0DC46A9D0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048" y="2386650"/>
            <a:ext cx="4251960" cy="526486"/>
          </a:xfrm>
        </p:spPr>
        <p:txBody>
          <a:bodyPr/>
          <a:lstStyle/>
          <a:p>
            <a:r>
              <a:rPr lang="ko-KR" altLang="en-US" sz="3600"/>
              <a:t>그룹</a:t>
            </a:r>
            <a:r>
              <a:rPr lang="en-US" altLang="ko-KR" sz="3600"/>
              <a:t> </a:t>
            </a:r>
            <a:r>
              <a:rPr lang="ko-KR" altLang="en-US" sz="3600"/>
              <a:t>처리</a:t>
            </a:r>
            <a:r>
              <a:rPr lang="en-US" altLang="ko-KR" sz="3600"/>
              <a:t> 코드2 </a:t>
            </a:r>
            <a:endParaRPr lang="en-US"/>
          </a:p>
        </p:txBody>
      </p:sp>
      <p:pic>
        <p:nvPicPr>
          <p:cNvPr id="4" name="그림 3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1633C0D-F2AB-AE6A-71C3-64E4F0BF72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3414" y="275411"/>
            <a:ext cx="4391025" cy="2181225"/>
          </a:xfrm>
          <a:prstGeom prst="rect">
            <a:avLst/>
          </a:prstGeom>
        </p:spPr>
      </p:pic>
      <p:pic>
        <p:nvPicPr>
          <p:cNvPr id="8" name="그림 7" descr="텍스트, 폰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32B8A70-5AF7-5895-DF2A-7705CDFC48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0992" y="272663"/>
            <a:ext cx="3495675" cy="1009650"/>
          </a:xfrm>
          <a:prstGeom prst="rect">
            <a:avLst/>
          </a:prstGeom>
        </p:spPr>
      </p:pic>
      <p:pic>
        <p:nvPicPr>
          <p:cNvPr id="9" name="그림 8" descr="텍스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8B66F2E-1FA3-B0F5-8B89-D836F5EA4A7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08553" y="2385200"/>
            <a:ext cx="4838700" cy="4057650"/>
          </a:xfrm>
          <a:prstGeom prst="rect">
            <a:avLst/>
          </a:prstGeom>
        </p:spPr>
      </p:pic>
      <p:pic>
        <p:nvPicPr>
          <p:cNvPr id="11" name="그림 10" descr="텍스트, 폰트, 화이트, 그래픽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0500A9E-4C59-478E-0BF3-FDD19B39B95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2788" y="-6447"/>
            <a:ext cx="2774796" cy="700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8943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62C4D-3F97-1652-3A4A-C989986D9B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0" y="1433356"/>
            <a:ext cx="4846320" cy="838371"/>
          </a:xfrm>
        </p:spPr>
        <p:txBody>
          <a:bodyPr/>
          <a:lstStyle/>
          <a:p>
            <a:r>
              <a:rPr lang="ko-KR" altLang="en-US" sz="4400">
                <a:cs typeface="Arial"/>
              </a:rPr>
              <a:t>서버</a:t>
            </a:r>
            <a:r>
              <a:rPr lang="en-US" sz="4400">
                <a:cs typeface="Arial"/>
              </a:rPr>
              <a:t> </a:t>
            </a:r>
            <a:r>
              <a:rPr lang="ko-KR" altLang="en-US" sz="4400">
                <a:cs typeface="Arial"/>
              </a:rPr>
              <a:t>모듈</a:t>
            </a:r>
            <a:r>
              <a:rPr lang="en-US" sz="4400">
                <a:cs typeface="Arial"/>
              </a:rPr>
              <a:t> </a:t>
            </a:r>
            <a:r>
              <a:rPr lang="ko-KR" altLang="en-US" sz="4400">
                <a:cs typeface="Arial"/>
              </a:rPr>
              <a:t>구성</a:t>
            </a:r>
            <a:endParaRPr lang="en-US" altLang="ko-KR" sz="4400">
              <a:cs typeface="Arial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136911-B582-CB5C-914D-58A0AE6AB75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31622" y="598177"/>
            <a:ext cx="4828032" cy="490538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ko-KR" altLang="en-US">
                <a:cs typeface="Arial"/>
              </a:rPr>
              <a:t>채팅 서버</a:t>
            </a:r>
            <a:endParaRPr lang="en-US">
              <a:cs typeface="Arial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194D589-C330-607E-B446-0DA52AACC4E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950438" y="1016494"/>
            <a:ext cx="4754880" cy="838372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283210" indent="-283210"/>
            <a:r>
              <a:rPr lang="en-US" altLang="ko-KR" err="1">
                <a:cs typeface="Arial"/>
              </a:rPr>
              <a:t>싱글</a:t>
            </a:r>
            <a:r>
              <a:rPr lang="en-US" altLang="ko-KR">
                <a:cs typeface="Arial"/>
              </a:rPr>
              <a:t> </a:t>
            </a:r>
            <a:r>
              <a:rPr lang="en-US" altLang="ko-KR" err="1">
                <a:cs typeface="Arial"/>
              </a:rPr>
              <a:t>스레드</a:t>
            </a:r>
            <a:r>
              <a:rPr lang="en-US" altLang="ko-KR">
                <a:cs typeface="Arial"/>
              </a:rPr>
              <a:t> </a:t>
            </a:r>
            <a:r>
              <a:rPr lang="en-US" altLang="ko-KR" err="1">
                <a:cs typeface="Arial"/>
              </a:rPr>
              <a:t>구조</a:t>
            </a:r>
            <a:endParaRPr lang="en-US" altLang="ko-KR">
              <a:cs typeface="Arial"/>
            </a:endParaRPr>
          </a:p>
          <a:p>
            <a:pPr marL="283210" indent="-283210"/>
            <a:r>
              <a:rPr lang="ko-KR" altLang="en-US">
                <a:cs typeface="Arial"/>
              </a:rPr>
              <a:t>인증 처리 ( </a:t>
            </a:r>
            <a:r>
              <a:rPr lang="ko-KR" altLang="en-US" err="1">
                <a:cs typeface="Arial"/>
              </a:rPr>
              <a:t>Redis</a:t>
            </a:r>
            <a:r>
              <a:rPr lang="ko-KR" altLang="en-US">
                <a:cs typeface="Arial"/>
              </a:rPr>
              <a:t> 서버 통신)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B49C3E-AD51-081C-CB26-BA65EB17C0A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31622" y="1964422"/>
            <a:ext cx="4828032" cy="490538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ko-KR" altLang="en-US">
                <a:cs typeface="Arial"/>
              </a:rPr>
              <a:t>로그인 서버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F8B4CE7-99C9-BD2D-17D0-2B34D13B367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50437" y="2410199"/>
            <a:ext cx="4761744" cy="927615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283210" indent="-283210"/>
            <a:r>
              <a:rPr lang="en-US">
                <a:cs typeface="Arial"/>
              </a:rPr>
              <a:t>DB </a:t>
            </a:r>
            <a:r>
              <a:rPr lang="ko-KR" altLang="en-US">
                <a:cs typeface="Arial"/>
              </a:rPr>
              <a:t>통신( = 플랫폼 통신)</a:t>
            </a:r>
          </a:p>
          <a:p>
            <a:pPr marL="283210" indent="-283210"/>
            <a:r>
              <a:rPr lang="ko-KR" altLang="en-US" err="1">
                <a:cs typeface="Arial"/>
              </a:rPr>
              <a:t>Redis</a:t>
            </a:r>
            <a:r>
              <a:rPr lang="ko-KR" altLang="en-US">
                <a:cs typeface="Arial"/>
              </a:rPr>
              <a:t> 서버 토큰 저장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208378E4-1369-B8BE-D097-D0A68C992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D5FE5407-762E-9815-E7F2-44C29E5D331B}"/>
              </a:ext>
            </a:extLst>
          </p:cNvPr>
          <p:cNvSpPr txBox="1">
            <a:spLocks/>
          </p:cNvSpPr>
          <p:nvPr/>
        </p:nvSpPr>
        <p:spPr>
          <a:xfrm>
            <a:off x="6232995" y="3338768"/>
            <a:ext cx="4828032" cy="49053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200" b="1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>
                <a:cs typeface="Arial"/>
              </a:rPr>
              <a:t>게임 서버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295EE48A-CCF8-2E8A-DD04-5B0A49A178B2}"/>
              </a:ext>
            </a:extLst>
          </p:cNvPr>
          <p:cNvSpPr txBox="1">
            <a:spLocks/>
          </p:cNvSpPr>
          <p:nvPr/>
        </p:nvSpPr>
        <p:spPr>
          <a:xfrm>
            <a:off x="5951810" y="3777680"/>
            <a:ext cx="4754880" cy="92761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83464" indent="-283464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3210" indent="-283210"/>
            <a:r>
              <a:rPr lang="ko-KR" altLang="en-US">
                <a:cs typeface="Arial"/>
              </a:rPr>
              <a:t>인증 컨텐츠(유저 객체 생성)</a:t>
            </a:r>
            <a:endParaRPr lang="ko-KR"/>
          </a:p>
          <a:p>
            <a:pPr marL="283210" indent="-283210"/>
            <a:r>
              <a:rPr lang="ko-KR" altLang="en-US">
                <a:cs typeface="Arial"/>
              </a:rPr>
              <a:t>에코 컨텐츠(로그인 응답 메시지 송신)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E952396B-6EB8-7B5B-D8F4-DCC48F3EF2BD}"/>
              </a:ext>
            </a:extLst>
          </p:cNvPr>
          <p:cNvSpPr txBox="1">
            <a:spLocks/>
          </p:cNvSpPr>
          <p:nvPr/>
        </p:nvSpPr>
        <p:spPr>
          <a:xfrm>
            <a:off x="6232995" y="4698011"/>
            <a:ext cx="4828032" cy="49053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200" b="1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>
                <a:cs typeface="Arial"/>
              </a:rPr>
              <a:t>모니터링 서버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EB7578DE-FA8F-B9E5-457C-8BD7422F573C}"/>
              </a:ext>
            </a:extLst>
          </p:cNvPr>
          <p:cNvSpPr txBox="1">
            <a:spLocks/>
          </p:cNvSpPr>
          <p:nvPr/>
        </p:nvSpPr>
        <p:spPr>
          <a:xfrm>
            <a:off x="5951810" y="5191842"/>
            <a:ext cx="5317798" cy="136696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83464" indent="-283464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3210" indent="-283210"/>
            <a:r>
              <a:rPr lang="ko-KR" altLang="en-US">
                <a:cs typeface="Arial"/>
              </a:rPr>
              <a:t>각 서버의 모니터링 클라이언트, 모니터링 데이터 전송</a:t>
            </a:r>
          </a:p>
          <a:p>
            <a:pPr marL="283210" indent="-283210"/>
            <a:r>
              <a:rPr lang="ko-KR" altLang="en-US">
                <a:cs typeface="Arial"/>
              </a:rPr>
              <a:t>전송 받은 모니터링 데이터 에이전트 프로세스 전송</a:t>
            </a:r>
          </a:p>
          <a:p>
            <a:pPr marL="283210" indent="-283210"/>
            <a:r>
              <a:rPr lang="ko-KR" altLang="en-US">
                <a:cs typeface="Arial"/>
              </a:rPr>
              <a:t>1시간 마다 모니터링 데이터 DB 저장</a:t>
            </a:r>
          </a:p>
        </p:txBody>
      </p:sp>
      <p:pic>
        <p:nvPicPr>
          <p:cNvPr id="9" name="그림 8" descr="텍스트, 폰트, 화이트, 그래픽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5B24383-0DE8-D63A-EAD4-081983B7FF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788" y="-6447"/>
            <a:ext cx="2774796" cy="700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63551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A894E9-ACEB-A9A3-03F5-F1C34ED1D2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B2013-0E59-16F3-704A-35D698F495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01" y="2029342"/>
            <a:ext cx="6489906" cy="932350"/>
          </a:xfrm>
        </p:spPr>
        <p:txBody>
          <a:bodyPr/>
          <a:lstStyle/>
          <a:p>
            <a:r>
              <a:rPr lang="ko-KR" altLang="en-US">
                <a:cs typeface="Arial"/>
              </a:rPr>
              <a:t>서버</a:t>
            </a:r>
            <a:r>
              <a:rPr lang="en-US">
                <a:cs typeface="Arial"/>
              </a:rPr>
              <a:t> </a:t>
            </a:r>
            <a:r>
              <a:rPr lang="ko-KR" altLang="en-US">
                <a:cs typeface="Arial"/>
              </a:rPr>
              <a:t>전체</a:t>
            </a:r>
            <a:r>
              <a:rPr lang="en-US">
                <a:cs typeface="Arial"/>
              </a:rPr>
              <a:t> </a:t>
            </a:r>
            <a:r>
              <a:rPr lang="ko-KR" altLang="en-US">
                <a:cs typeface="Arial"/>
              </a:rPr>
              <a:t>구조</a:t>
            </a:r>
            <a:endParaRPr lang="en-US">
              <a:cs typeface="Arial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C9243BA-CC40-E30C-6797-56444FF73D93}"/>
              </a:ext>
            </a:extLst>
          </p:cNvPr>
          <p:cNvSpPr/>
          <p:nvPr/>
        </p:nvSpPr>
        <p:spPr>
          <a:xfrm>
            <a:off x="7022758" y="3645243"/>
            <a:ext cx="1985070" cy="1935891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441050E-FF86-F6F0-8163-BDFCF1CCE133}"/>
              </a:ext>
            </a:extLst>
          </p:cNvPr>
          <p:cNvSpPr/>
          <p:nvPr/>
        </p:nvSpPr>
        <p:spPr>
          <a:xfrm>
            <a:off x="6981066" y="246801"/>
            <a:ext cx="1983275" cy="1893361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627F5B5-1BDB-322D-2861-780E91CC8477}"/>
              </a:ext>
            </a:extLst>
          </p:cNvPr>
          <p:cNvSpPr/>
          <p:nvPr/>
        </p:nvSpPr>
        <p:spPr>
          <a:xfrm>
            <a:off x="4451614" y="4441903"/>
            <a:ext cx="1981908" cy="1893361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6382498-7149-BE7A-8ED1-B68B9EC62513}"/>
              </a:ext>
            </a:extLst>
          </p:cNvPr>
          <p:cNvSpPr txBox="1"/>
          <p:nvPr/>
        </p:nvSpPr>
        <p:spPr>
          <a:xfrm>
            <a:off x="7091573" y="3755080"/>
            <a:ext cx="1846479" cy="166199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altLang="en-US">
                <a:solidFill>
                  <a:schemeClr val="accent4"/>
                </a:solidFill>
                <a:cs typeface="Arial"/>
              </a:rPr>
              <a:t>  </a:t>
            </a:r>
            <a:r>
              <a:rPr lang="en-US" altLang="en-US" err="1">
                <a:solidFill>
                  <a:schemeClr val="accent4"/>
                </a:solidFill>
                <a:cs typeface="Arial"/>
              </a:rPr>
              <a:t>모니터링</a:t>
            </a:r>
            <a:r>
              <a:rPr lang="en-US" altLang="en-US">
                <a:solidFill>
                  <a:schemeClr val="accent4"/>
                </a:solidFill>
                <a:cs typeface="Arial"/>
              </a:rPr>
              <a:t> </a:t>
            </a:r>
            <a:r>
              <a:rPr lang="en-US" altLang="en-US" err="1">
                <a:solidFill>
                  <a:schemeClr val="accent4"/>
                </a:solidFill>
                <a:cs typeface="Arial"/>
              </a:rPr>
              <a:t>서버</a:t>
            </a:r>
            <a:endParaRPr lang="en-US" altLang="ko-KR" err="1">
              <a:solidFill>
                <a:schemeClr val="accent4"/>
              </a:solidFill>
              <a:cs typeface="Arial"/>
            </a:endParaRPr>
          </a:p>
          <a:p>
            <a:endParaRPr lang="ko-KR" altLang="en-US" sz="1400">
              <a:solidFill>
                <a:schemeClr val="accent4"/>
              </a:solidFill>
              <a:cs typeface="Arial"/>
            </a:endParaRPr>
          </a:p>
          <a:p>
            <a:r>
              <a:rPr lang="ko-KR" altLang="en-US" sz="1400">
                <a:solidFill>
                  <a:schemeClr val="accent4"/>
                </a:solidFill>
                <a:cs typeface="Arial"/>
              </a:rPr>
              <a:t>에이전트 프로세스 </a:t>
            </a:r>
          </a:p>
          <a:p>
            <a:r>
              <a:rPr lang="ko-KR" altLang="en-US" sz="1400">
                <a:solidFill>
                  <a:schemeClr val="accent4"/>
                </a:solidFill>
                <a:cs typeface="Arial"/>
              </a:rPr>
              <a:t>데이터 전송</a:t>
            </a:r>
          </a:p>
          <a:p>
            <a:endParaRPr lang="ko-KR" altLang="en-US" sz="1400">
              <a:solidFill>
                <a:schemeClr val="accent4"/>
              </a:solidFill>
              <a:cs typeface="Arial"/>
            </a:endParaRPr>
          </a:p>
          <a:p>
            <a:r>
              <a:rPr lang="ko-KR" altLang="en-US" sz="1400">
                <a:solidFill>
                  <a:schemeClr val="accent4"/>
                </a:solidFill>
                <a:cs typeface="Arial"/>
              </a:rPr>
              <a:t>1시간 마다 DB 저장</a:t>
            </a:r>
          </a:p>
          <a:p>
            <a:endParaRPr lang="ko-KR" altLang="en-US" sz="1400">
              <a:solidFill>
                <a:schemeClr val="accent4"/>
              </a:solidFill>
              <a:cs typeface="Arial"/>
            </a:endParaRPr>
          </a:p>
        </p:txBody>
      </p:sp>
      <p:sp>
        <p:nvSpPr>
          <p:cNvPr id="13" name="TextBox 8">
            <a:extLst>
              <a:ext uri="{FF2B5EF4-FFF2-40B4-BE49-F238E27FC236}">
                <a16:creationId xmlns:a16="http://schemas.microsoft.com/office/drawing/2014/main" id="{9E0AA0A5-B3E7-321C-2B29-BAB52E350F56}"/>
              </a:ext>
            </a:extLst>
          </p:cNvPr>
          <p:cNvSpPr txBox="1"/>
          <p:nvPr/>
        </p:nvSpPr>
        <p:spPr>
          <a:xfrm>
            <a:off x="7202582" y="373716"/>
            <a:ext cx="1864395" cy="1877437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PK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err="1">
                <a:solidFill>
                  <a:schemeClr val="accent4"/>
                </a:solidFill>
                <a:cs typeface="Arial"/>
              </a:rPr>
              <a:t>Login</a:t>
            </a:r>
            <a:r>
              <a:rPr lang="ko-KR" altLang="en-US">
                <a:solidFill>
                  <a:schemeClr val="accent4"/>
                </a:solidFill>
                <a:cs typeface="Arial"/>
              </a:rPr>
              <a:t> Server</a:t>
            </a:r>
          </a:p>
          <a:p>
            <a:endParaRPr lang="ko-KR" altLang="en-US" sz="1400">
              <a:solidFill>
                <a:schemeClr val="accent4"/>
              </a:solidFill>
              <a:cs typeface="Arial"/>
            </a:endParaRPr>
          </a:p>
          <a:p>
            <a:r>
              <a:rPr lang="ko-KR" altLang="en-US" sz="1400">
                <a:solidFill>
                  <a:schemeClr val="accent4"/>
                </a:solidFill>
                <a:cs typeface="Arial"/>
              </a:rPr>
              <a:t>모니터링 데이터 전송</a:t>
            </a:r>
          </a:p>
          <a:p>
            <a:endParaRPr lang="ko-KR" altLang="en-US" sz="1400">
              <a:solidFill>
                <a:schemeClr val="accent4"/>
              </a:solidFill>
              <a:cs typeface="Arial"/>
            </a:endParaRPr>
          </a:p>
          <a:p>
            <a:r>
              <a:rPr lang="ko-KR" altLang="en-US" sz="1400">
                <a:solidFill>
                  <a:schemeClr val="accent4"/>
                </a:solidFill>
                <a:cs typeface="Arial"/>
              </a:rPr>
              <a:t>DB 통신</a:t>
            </a:r>
          </a:p>
          <a:p>
            <a:endParaRPr lang="ko-KR" altLang="en-US" sz="1400">
              <a:solidFill>
                <a:schemeClr val="accent4"/>
              </a:solidFill>
              <a:cs typeface="Arial"/>
            </a:endParaRPr>
          </a:p>
          <a:p>
            <a:r>
              <a:rPr lang="ko-KR" altLang="en-US" sz="1400">
                <a:solidFill>
                  <a:schemeClr val="accent4"/>
                </a:solidFill>
                <a:cs typeface="Arial"/>
              </a:rPr>
              <a:t>토큰 저장</a:t>
            </a:r>
          </a:p>
        </p:txBody>
      </p:sp>
      <p:sp>
        <p:nvSpPr>
          <p:cNvPr id="14" name="TextBox 8">
            <a:extLst>
              <a:ext uri="{FF2B5EF4-FFF2-40B4-BE49-F238E27FC236}">
                <a16:creationId xmlns:a16="http://schemas.microsoft.com/office/drawing/2014/main" id="{06B898ED-08CC-2B47-D3D5-F11DC8F05E17}"/>
              </a:ext>
            </a:extLst>
          </p:cNvPr>
          <p:cNvSpPr txBox="1"/>
          <p:nvPr/>
        </p:nvSpPr>
        <p:spPr>
          <a:xfrm>
            <a:off x="4596781" y="4548224"/>
            <a:ext cx="1913788" cy="1231106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PK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err="1">
                <a:solidFill>
                  <a:schemeClr val="accent4"/>
                </a:solidFill>
                <a:cs typeface="Arial"/>
              </a:rPr>
              <a:t>Chat</a:t>
            </a:r>
            <a:r>
              <a:rPr lang="ko-KR" altLang="en-US">
                <a:solidFill>
                  <a:schemeClr val="accent4"/>
                </a:solidFill>
                <a:cs typeface="Arial"/>
              </a:rPr>
              <a:t> Server</a:t>
            </a:r>
            <a:endParaRPr lang="ko-KR">
              <a:solidFill>
                <a:schemeClr val="accent4"/>
              </a:solidFill>
            </a:endParaRPr>
          </a:p>
          <a:p>
            <a:endParaRPr lang="ko-KR" altLang="en-US" sz="1400">
              <a:solidFill>
                <a:schemeClr val="accent4"/>
              </a:solidFill>
              <a:cs typeface="Arial"/>
            </a:endParaRPr>
          </a:p>
          <a:p>
            <a:r>
              <a:rPr lang="ko-KR" altLang="en-US" sz="1400">
                <a:solidFill>
                  <a:schemeClr val="accent4"/>
                </a:solidFill>
                <a:cs typeface="Arial"/>
              </a:rPr>
              <a:t>모니터링 데이터 전송</a:t>
            </a:r>
          </a:p>
          <a:p>
            <a:endParaRPr lang="ko-KR" altLang="en-US" sz="1400">
              <a:solidFill>
                <a:schemeClr val="accent4"/>
              </a:solidFill>
              <a:cs typeface="Arial"/>
            </a:endParaRPr>
          </a:p>
          <a:p>
            <a:r>
              <a:rPr lang="ko-KR" altLang="en-US" sz="1400">
                <a:solidFill>
                  <a:schemeClr val="accent4"/>
                </a:solidFill>
                <a:cs typeface="Arial"/>
              </a:rPr>
              <a:t>인증 처리(</a:t>
            </a:r>
            <a:r>
              <a:rPr lang="ko-KR" altLang="en-US" sz="1400" err="1">
                <a:solidFill>
                  <a:schemeClr val="accent4"/>
                </a:solidFill>
                <a:cs typeface="Arial"/>
              </a:rPr>
              <a:t>Redis</a:t>
            </a:r>
            <a:r>
              <a:rPr lang="ko-KR" altLang="en-US" sz="1400">
                <a:solidFill>
                  <a:schemeClr val="accent4"/>
                </a:solidFill>
                <a:cs typeface="Arial"/>
              </a:rPr>
              <a:t> 통신)</a:t>
            </a: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688F70EC-0EEA-01B7-5905-F24A2962DA2D}"/>
              </a:ext>
            </a:extLst>
          </p:cNvPr>
          <p:cNvGrpSpPr/>
          <p:nvPr/>
        </p:nvGrpSpPr>
        <p:grpSpPr>
          <a:xfrm>
            <a:off x="6996804" y="2388134"/>
            <a:ext cx="2074026" cy="940486"/>
            <a:chOff x="7034142" y="433657"/>
            <a:chExt cx="2074026" cy="940486"/>
          </a:xfrm>
        </p:grpSpPr>
        <p:sp>
          <p:nvSpPr>
            <p:cNvPr id="27" name="타원 26">
              <a:extLst>
                <a:ext uri="{FF2B5EF4-FFF2-40B4-BE49-F238E27FC236}">
                  <a16:creationId xmlns:a16="http://schemas.microsoft.com/office/drawing/2014/main" id="{35949976-6BE5-22B7-0370-CD45218D790F}"/>
                </a:ext>
              </a:extLst>
            </p:cNvPr>
            <p:cNvSpPr/>
            <p:nvPr/>
          </p:nvSpPr>
          <p:spPr>
            <a:xfrm>
              <a:off x="7034142" y="433657"/>
              <a:ext cx="1894702" cy="940486"/>
            </a:xfrm>
            <a:prstGeom prst="ellipse">
              <a:avLst/>
            </a:prstGeom>
            <a:solidFill>
              <a:schemeClr val="accent6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" name="TextBox 8">
              <a:extLst>
                <a:ext uri="{FF2B5EF4-FFF2-40B4-BE49-F238E27FC236}">
                  <a16:creationId xmlns:a16="http://schemas.microsoft.com/office/drawing/2014/main" id="{AB95C0FE-E10B-14DE-4E44-EF14C22E04B3}"/>
                </a:ext>
              </a:extLst>
            </p:cNvPr>
            <p:cNvSpPr txBox="1"/>
            <p:nvPr/>
          </p:nvSpPr>
          <p:spPr>
            <a:xfrm>
              <a:off x="7707736" y="705406"/>
              <a:ext cx="1400432" cy="584775"/>
            </a:xfrm>
            <a:prstGeom prst="rect">
              <a:avLst/>
            </a:prstGeom>
            <a:noFill/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P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>
                  <a:solidFill>
                    <a:schemeClr val="accent4"/>
                  </a:solidFill>
                  <a:cs typeface="Arial"/>
                </a:rPr>
                <a:t>DB</a:t>
              </a:r>
            </a:p>
            <a:p>
              <a:endParaRPr lang="ko-KR" altLang="en-US" sz="1400">
                <a:solidFill>
                  <a:srgbClr val="000000"/>
                </a:solidFill>
                <a:cs typeface="Arial"/>
              </a:endParaRPr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072DCF12-833A-618C-98E2-EE8E61A60482}"/>
              </a:ext>
            </a:extLst>
          </p:cNvPr>
          <p:cNvGrpSpPr/>
          <p:nvPr/>
        </p:nvGrpSpPr>
        <p:grpSpPr>
          <a:xfrm>
            <a:off x="4502848" y="2143511"/>
            <a:ext cx="1592648" cy="907501"/>
            <a:chOff x="9638270" y="2604127"/>
            <a:chExt cx="1592648" cy="907501"/>
          </a:xfrm>
        </p:grpSpPr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0C5A757D-C616-ED5A-1202-498E2DF5BD15}"/>
                </a:ext>
              </a:extLst>
            </p:cNvPr>
            <p:cNvSpPr/>
            <p:nvPr/>
          </p:nvSpPr>
          <p:spPr>
            <a:xfrm>
              <a:off x="9638270" y="2604127"/>
              <a:ext cx="1592648" cy="907501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6BF64013-0E62-8DF5-9116-9CEB868A9932}"/>
                </a:ext>
              </a:extLst>
            </p:cNvPr>
            <p:cNvSpPr txBox="1"/>
            <p:nvPr/>
          </p:nvSpPr>
          <p:spPr>
            <a:xfrm>
              <a:off x="9737558" y="2733218"/>
              <a:ext cx="1388042" cy="646331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ko-KR" altLang="en-US" err="1">
                  <a:solidFill>
                    <a:schemeClr val="accent4"/>
                  </a:solidFill>
                  <a:cs typeface="Arial"/>
                </a:rPr>
                <a:t>Redis</a:t>
              </a:r>
              <a:r>
                <a:rPr lang="ko-KR" altLang="en-US">
                  <a:solidFill>
                    <a:schemeClr val="accent4"/>
                  </a:solidFill>
                  <a:cs typeface="Arial"/>
                </a:rPr>
                <a:t> Server</a:t>
              </a:r>
            </a:p>
          </p:txBody>
        </p:sp>
      </p:grp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78579AB-2522-3C79-3B65-8685A986F6EB}"/>
              </a:ext>
            </a:extLst>
          </p:cNvPr>
          <p:cNvSpPr/>
          <p:nvPr/>
        </p:nvSpPr>
        <p:spPr>
          <a:xfrm>
            <a:off x="9665227" y="4551071"/>
            <a:ext cx="1983275" cy="1893361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8">
            <a:extLst>
              <a:ext uri="{FF2B5EF4-FFF2-40B4-BE49-F238E27FC236}">
                <a16:creationId xmlns:a16="http://schemas.microsoft.com/office/drawing/2014/main" id="{C92A426A-3456-6831-A07E-822E7523AF2F}"/>
              </a:ext>
            </a:extLst>
          </p:cNvPr>
          <p:cNvSpPr txBox="1"/>
          <p:nvPr/>
        </p:nvSpPr>
        <p:spPr>
          <a:xfrm>
            <a:off x="9845555" y="4698581"/>
            <a:ext cx="1884989" cy="1015663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PK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err="1">
                <a:solidFill>
                  <a:schemeClr val="accent4"/>
                </a:solidFill>
                <a:cs typeface="Arial"/>
              </a:rPr>
              <a:t>Game</a:t>
            </a:r>
            <a:r>
              <a:rPr lang="ko-KR" altLang="en-US">
                <a:solidFill>
                  <a:schemeClr val="accent4"/>
                </a:solidFill>
                <a:cs typeface="Arial"/>
              </a:rPr>
              <a:t> Server</a:t>
            </a:r>
          </a:p>
          <a:p>
            <a:endParaRPr lang="ko-KR" altLang="en-US" sz="1400">
              <a:solidFill>
                <a:schemeClr val="accent4"/>
              </a:solidFill>
              <a:cs typeface="Arial"/>
            </a:endParaRPr>
          </a:p>
          <a:p>
            <a:r>
              <a:rPr lang="ko-KR" altLang="en-US" sz="1400">
                <a:solidFill>
                  <a:schemeClr val="accent4"/>
                </a:solidFill>
                <a:cs typeface="Arial"/>
              </a:rPr>
              <a:t>모니터링 데이터 전송</a:t>
            </a:r>
          </a:p>
          <a:p>
            <a:endParaRPr lang="ko-KR" altLang="en-US" sz="1400">
              <a:solidFill>
                <a:schemeClr val="accent4"/>
              </a:solidFill>
              <a:cs typeface="Arial"/>
            </a:endParaRPr>
          </a:p>
        </p:txBody>
      </p: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A8CD0CCC-0855-CA80-678D-1B303F371C93}"/>
              </a:ext>
            </a:extLst>
          </p:cNvPr>
          <p:cNvCxnSpPr/>
          <p:nvPr/>
        </p:nvCxnSpPr>
        <p:spPr>
          <a:xfrm flipV="1">
            <a:off x="6384324" y="4475891"/>
            <a:ext cx="741406" cy="7139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58F4DF02-B500-2168-F03B-E5B49F358C71}"/>
              </a:ext>
            </a:extLst>
          </p:cNvPr>
          <p:cNvSpPr/>
          <p:nvPr/>
        </p:nvSpPr>
        <p:spPr>
          <a:xfrm>
            <a:off x="9666599" y="3167749"/>
            <a:ext cx="1592648" cy="907501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D9BE708-D6DB-1228-821C-96D50F6C755B}"/>
              </a:ext>
            </a:extLst>
          </p:cNvPr>
          <p:cNvSpPr txBox="1"/>
          <p:nvPr/>
        </p:nvSpPr>
        <p:spPr>
          <a:xfrm>
            <a:off x="9772752" y="3427272"/>
            <a:ext cx="138804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err="1">
                <a:solidFill>
                  <a:schemeClr val="accent4"/>
                </a:solidFill>
                <a:cs typeface="Arial"/>
              </a:rPr>
              <a:t>Agent</a:t>
            </a:r>
          </a:p>
        </p:txBody>
      </p: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9960CF2D-396F-D57B-326B-E0C723306CCC}"/>
              </a:ext>
            </a:extLst>
          </p:cNvPr>
          <p:cNvCxnSpPr>
            <a:cxnSpLocks/>
          </p:cNvCxnSpPr>
          <p:nvPr/>
        </p:nvCxnSpPr>
        <p:spPr>
          <a:xfrm flipV="1">
            <a:off x="8636000" y="3665838"/>
            <a:ext cx="1118973" cy="8306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D6BC53ED-E771-0098-3AAE-E3ADF0270BB8}"/>
              </a:ext>
            </a:extLst>
          </p:cNvPr>
          <p:cNvCxnSpPr>
            <a:cxnSpLocks/>
          </p:cNvCxnSpPr>
          <p:nvPr/>
        </p:nvCxnSpPr>
        <p:spPr>
          <a:xfrm flipH="1" flipV="1">
            <a:off x="8182920" y="3041136"/>
            <a:ext cx="521729" cy="19770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597E08AD-4475-C942-A80A-4BBFF902C5DB}"/>
              </a:ext>
            </a:extLst>
          </p:cNvPr>
          <p:cNvCxnSpPr>
            <a:cxnSpLocks/>
          </p:cNvCxnSpPr>
          <p:nvPr/>
        </p:nvCxnSpPr>
        <p:spPr>
          <a:xfrm flipH="1" flipV="1">
            <a:off x="8622272" y="4427839"/>
            <a:ext cx="1263133" cy="9267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연결선: 구부러짐 25">
            <a:extLst>
              <a:ext uri="{FF2B5EF4-FFF2-40B4-BE49-F238E27FC236}">
                <a16:creationId xmlns:a16="http://schemas.microsoft.com/office/drawing/2014/main" id="{93A3065E-BED1-D827-E412-CFA30DB80E9C}"/>
              </a:ext>
            </a:extLst>
          </p:cNvPr>
          <p:cNvCxnSpPr/>
          <p:nvPr/>
        </p:nvCxnSpPr>
        <p:spPr>
          <a:xfrm flipH="1">
            <a:off x="7092779" y="974811"/>
            <a:ext cx="170248" cy="3474993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F3473469-B9EA-6644-0B9C-02E18D6BC6A1}"/>
              </a:ext>
            </a:extLst>
          </p:cNvPr>
          <p:cNvCxnSpPr>
            <a:cxnSpLocks/>
          </p:cNvCxnSpPr>
          <p:nvPr/>
        </p:nvCxnSpPr>
        <p:spPr>
          <a:xfrm>
            <a:off x="8004433" y="1407296"/>
            <a:ext cx="96109" cy="13043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1C50B3DA-7FE9-7894-A3C9-5829206C2D10}"/>
              </a:ext>
            </a:extLst>
          </p:cNvPr>
          <p:cNvCxnSpPr>
            <a:cxnSpLocks/>
          </p:cNvCxnSpPr>
          <p:nvPr/>
        </p:nvCxnSpPr>
        <p:spPr>
          <a:xfrm flipH="1">
            <a:off x="5423245" y="1867244"/>
            <a:ext cx="1860376" cy="7002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DA031E0D-33B8-F029-87A4-5FAE6B325D23}"/>
              </a:ext>
            </a:extLst>
          </p:cNvPr>
          <p:cNvCxnSpPr>
            <a:cxnSpLocks/>
          </p:cNvCxnSpPr>
          <p:nvPr/>
        </p:nvCxnSpPr>
        <p:spPr>
          <a:xfrm flipH="1" flipV="1">
            <a:off x="5397125" y="2649837"/>
            <a:ext cx="983013" cy="29435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그림 8" descr="텍스트, 폰트, 화이트, 그래픽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620D1F8-D2E3-95D9-0D2F-75D672B867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788" y="-6447"/>
            <a:ext cx="2774796" cy="700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08939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0B771F-5632-D4CF-8DF7-7D9DEDCB7C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C11C58-C048-AAD3-CA7E-8D6006F592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048" y="1823731"/>
            <a:ext cx="4663851" cy="1219837"/>
          </a:xfrm>
        </p:spPr>
        <p:txBody>
          <a:bodyPr/>
          <a:lstStyle/>
          <a:p>
            <a:r>
              <a:rPr lang="en-US" altLang="ko-KR" sz="3600" err="1">
                <a:cs typeface="Arial"/>
              </a:rPr>
              <a:t>채팅</a:t>
            </a:r>
            <a:r>
              <a:rPr lang="en-US" altLang="ko-KR" sz="3600">
                <a:cs typeface="Arial"/>
              </a:rPr>
              <a:t> </a:t>
            </a:r>
            <a:r>
              <a:rPr lang="en-US" altLang="ko-KR" sz="3600" err="1">
                <a:cs typeface="Arial"/>
              </a:rPr>
              <a:t>서버</a:t>
            </a:r>
            <a:r>
              <a:rPr lang="en-US" altLang="ko-KR" sz="3600">
                <a:cs typeface="Arial"/>
              </a:rPr>
              <a:t>  </a:t>
            </a:r>
            <a:br>
              <a:rPr lang="en-US" altLang="ko-KR" sz="3600">
                <a:cs typeface="Arial"/>
              </a:rPr>
            </a:br>
            <a:r>
              <a:rPr lang="en-US" altLang="ko-KR" sz="3600" err="1">
                <a:cs typeface="Arial"/>
              </a:rPr>
              <a:t>인증</a:t>
            </a:r>
            <a:r>
              <a:rPr lang="en-US" altLang="ko-KR" sz="3600">
                <a:cs typeface="Arial"/>
              </a:rPr>
              <a:t> 처리1</a:t>
            </a:r>
          </a:p>
        </p:txBody>
      </p:sp>
      <p:pic>
        <p:nvPicPr>
          <p:cNvPr id="5" name="그림 4" descr="텍스트, 스크린샷, 디스플레이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CAE1046-E0DD-DB5C-3DD3-2F827769A1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9495" y="66375"/>
            <a:ext cx="7136199" cy="1761954"/>
          </a:xfrm>
          <a:prstGeom prst="rect">
            <a:avLst/>
          </a:prstGeom>
        </p:spPr>
      </p:pic>
      <p:pic>
        <p:nvPicPr>
          <p:cNvPr id="7" name="그림 6" descr="텍스트, 스크린샷, 소프트웨어, 운영 체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7F2A798-0412-2BF8-5AD1-2797959DFA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7264" y="1826397"/>
            <a:ext cx="6481634" cy="4914557"/>
          </a:xfrm>
          <a:prstGeom prst="rect">
            <a:avLst/>
          </a:prstGeom>
        </p:spPr>
      </p:pic>
      <p:pic>
        <p:nvPicPr>
          <p:cNvPr id="4" name="그림 3" descr="텍스트, 폰트, 화이트, 그래픽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0D45ABF-F0DC-F54B-AEA6-D4AA9A14154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2788" y="-6447"/>
            <a:ext cx="2774796" cy="700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44011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A8CDF9-7D79-0820-86C9-93CA2641E4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8A3682-DB8F-01DF-2498-BD01861B3B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048" y="1903430"/>
            <a:ext cx="4663851" cy="1164583"/>
          </a:xfrm>
        </p:spPr>
        <p:txBody>
          <a:bodyPr/>
          <a:lstStyle/>
          <a:p>
            <a:r>
              <a:rPr lang="en-US" altLang="ko-KR" sz="3600" err="1">
                <a:cs typeface="Arial"/>
              </a:rPr>
              <a:t>채팅</a:t>
            </a:r>
            <a:r>
              <a:rPr lang="en-US" altLang="ko-KR" sz="3600">
                <a:cs typeface="Arial"/>
              </a:rPr>
              <a:t> </a:t>
            </a:r>
            <a:r>
              <a:rPr lang="en-US" altLang="ko-KR" sz="3600" err="1">
                <a:cs typeface="Arial"/>
              </a:rPr>
              <a:t>서버</a:t>
            </a:r>
            <a:r>
              <a:rPr lang="en-US" altLang="ko-KR" sz="3600">
                <a:cs typeface="Arial"/>
              </a:rPr>
              <a:t>  </a:t>
            </a:r>
            <a:br>
              <a:rPr lang="en-US" altLang="ko-KR" sz="3600">
                <a:cs typeface="Arial"/>
              </a:rPr>
            </a:br>
            <a:r>
              <a:rPr lang="en-US" altLang="ko-KR" sz="3600" err="1">
                <a:cs typeface="Arial"/>
              </a:rPr>
              <a:t>인증</a:t>
            </a:r>
            <a:r>
              <a:rPr lang="en-US" altLang="ko-KR" sz="3600">
                <a:cs typeface="Arial"/>
              </a:rPr>
              <a:t> 처리2</a:t>
            </a:r>
          </a:p>
        </p:txBody>
      </p:sp>
      <p:pic>
        <p:nvPicPr>
          <p:cNvPr id="6" name="그림 5" descr="텍스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64F375F-C4CF-69B3-D8BB-C35874060E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0900" y="0"/>
            <a:ext cx="8516639" cy="6858000"/>
          </a:xfrm>
          <a:prstGeom prst="rect">
            <a:avLst/>
          </a:prstGeom>
        </p:spPr>
      </p:pic>
      <p:pic>
        <p:nvPicPr>
          <p:cNvPr id="4" name="그림 3" descr="텍스트, 폰트, 화이트, 그래픽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B91714C-7E09-1A2C-9F89-C5B9D58593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788" y="-6447"/>
            <a:ext cx="2774796" cy="700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03720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44CC7D-444F-D58B-0543-531D9B7AAE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8ECF41-DEEA-311A-A444-EDB86CE82D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048" y="1903430"/>
            <a:ext cx="4663851" cy="1164583"/>
          </a:xfrm>
        </p:spPr>
        <p:txBody>
          <a:bodyPr/>
          <a:lstStyle/>
          <a:p>
            <a:r>
              <a:rPr lang="en-US" altLang="ko-KR" sz="3600">
                <a:cs typeface="Arial"/>
              </a:rPr>
              <a:t>​</a:t>
            </a:r>
            <a:r>
              <a:rPr lang="en-US" altLang="ko-KR" sz="3600" err="1">
                <a:cs typeface="Arial"/>
              </a:rPr>
              <a:t>로그인</a:t>
            </a:r>
            <a:r>
              <a:rPr lang="en-US" altLang="ko-KR" sz="3600">
                <a:cs typeface="Arial"/>
              </a:rPr>
              <a:t> </a:t>
            </a:r>
            <a:r>
              <a:rPr lang="en-US" altLang="ko-KR" sz="3600" err="1">
                <a:cs typeface="Arial"/>
              </a:rPr>
              <a:t>서버</a:t>
            </a:r>
            <a:r>
              <a:rPr lang="en-US" altLang="ko-KR" sz="3600">
                <a:cs typeface="Arial"/>
              </a:rPr>
              <a:t> </a:t>
            </a:r>
            <a:br>
              <a:rPr lang="en-US" altLang="ko-KR" sz="3600">
                <a:cs typeface="Arial"/>
              </a:rPr>
            </a:br>
            <a:r>
              <a:rPr lang="en-US" altLang="ko-KR" sz="3600" err="1">
                <a:cs typeface="Arial"/>
              </a:rPr>
              <a:t>로그인</a:t>
            </a:r>
            <a:r>
              <a:rPr lang="en-US" altLang="ko-KR" sz="3600">
                <a:cs typeface="Arial"/>
              </a:rPr>
              <a:t> </a:t>
            </a:r>
            <a:r>
              <a:rPr lang="en-US" altLang="ko-KR" sz="3600" err="1">
                <a:cs typeface="Arial"/>
              </a:rPr>
              <a:t>처리</a:t>
            </a:r>
          </a:p>
        </p:txBody>
      </p:sp>
      <p:pic>
        <p:nvPicPr>
          <p:cNvPr id="3" name="그림 2" descr="텍스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D2834F8-1184-720F-CF68-741E521860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3161" y="0"/>
            <a:ext cx="4498848" cy="6858000"/>
          </a:xfrm>
          <a:prstGeom prst="rect">
            <a:avLst/>
          </a:prstGeom>
        </p:spPr>
      </p:pic>
      <p:pic>
        <p:nvPicPr>
          <p:cNvPr id="5" name="그림 4" descr="텍스트, 폰트, 화이트, 그래픽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C18859F-3B57-A1D1-F105-35D4DE4AF8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788" y="-6447"/>
            <a:ext cx="2774796" cy="700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26860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BF8B16-DDE8-F82D-50D5-F2E89464EA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90BA63-51C7-2FE9-25C6-A2DE8997F4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048" y="1903430"/>
            <a:ext cx="4663851" cy="1164583"/>
          </a:xfrm>
        </p:spPr>
        <p:txBody>
          <a:bodyPr/>
          <a:lstStyle/>
          <a:p>
            <a:r>
              <a:rPr lang="en-US" altLang="ko-KR" sz="3600" dirty="0">
                <a:cs typeface="Arial"/>
              </a:rPr>
              <a:t>​</a:t>
            </a:r>
            <a:r>
              <a:rPr lang="en-US" altLang="ko-KR" sz="3600" dirty="0" err="1">
                <a:cs typeface="Arial"/>
              </a:rPr>
              <a:t>게임</a:t>
            </a:r>
            <a:r>
              <a:rPr lang="en-US" altLang="ko-KR" sz="3600" dirty="0">
                <a:cs typeface="Arial"/>
              </a:rPr>
              <a:t> </a:t>
            </a:r>
            <a:r>
              <a:rPr lang="en-US" altLang="ko-KR" sz="3600" dirty="0" err="1">
                <a:cs typeface="Arial"/>
              </a:rPr>
              <a:t>서버</a:t>
            </a:r>
            <a:r>
              <a:rPr lang="en-US" altLang="ko-KR" sz="3600" dirty="0">
                <a:cs typeface="Arial"/>
              </a:rPr>
              <a:t> </a:t>
            </a:r>
            <a:br>
              <a:rPr lang="en-US" dirty="0"/>
            </a:br>
            <a:r>
              <a:rPr lang="en-US" altLang="ko-KR" sz="3600" dirty="0" err="1">
                <a:cs typeface="Arial"/>
              </a:rPr>
              <a:t>컨텐츠</a:t>
            </a:r>
            <a:r>
              <a:rPr lang="en-US" altLang="ko-KR" sz="3600" dirty="0">
                <a:cs typeface="Arial"/>
              </a:rPr>
              <a:t> </a:t>
            </a:r>
            <a:r>
              <a:rPr lang="en-US" altLang="ko-KR" sz="3600" dirty="0" err="1">
                <a:cs typeface="Arial"/>
              </a:rPr>
              <a:t>처리</a:t>
            </a:r>
            <a:endParaRPr lang="en-US" altLang="ko-KR" sz="3600" dirty="0">
              <a:cs typeface="Arial"/>
            </a:endParaRPr>
          </a:p>
        </p:txBody>
      </p:sp>
      <p:pic>
        <p:nvPicPr>
          <p:cNvPr id="4" name="그림 3" descr="텍스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8E4FA03-6F6C-E713-08B4-464556021B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4014" y="167268"/>
            <a:ext cx="4666557" cy="6529659"/>
          </a:xfrm>
          <a:prstGeom prst="rect">
            <a:avLst/>
          </a:prstGeom>
        </p:spPr>
      </p:pic>
      <p:pic>
        <p:nvPicPr>
          <p:cNvPr id="5" name="그림 4" descr="텍스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709F7A3-1D2F-2722-C10E-DA429E2D13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8589" y="167269"/>
            <a:ext cx="4947067" cy="6523465"/>
          </a:xfrm>
          <a:prstGeom prst="rect">
            <a:avLst/>
          </a:prstGeom>
        </p:spPr>
      </p:pic>
      <p:pic>
        <p:nvPicPr>
          <p:cNvPr id="7" name="그림 6" descr="텍스트, 폰트, 화이트, 그래픽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A6D668A-C8CC-9783-C95C-261B89CCE8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2788" y="-6447"/>
            <a:ext cx="2774796" cy="700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629222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7EC944-7596-BB2A-3378-5CAD2F2EFA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386CD7-F9C1-977D-FA13-9970FD1FAD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0" y="1433356"/>
            <a:ext cx="4846320" cy="838371"/>
          </a:xfrm>
        </p:spPr>
        <p:txBody>
          <a:bodyPr/>
          <a:lstStyle/>
          <a:p>
            <a:r>
              <a:rPr lang="ko-KR" altLang="en-US" sz="4400">
                <a:cs typeface="Arial"/>
              </a:rPr>
              <a:t>안정성 검증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3026B0-FAFC-10A3-1563-CFC60C1973D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5329" y="387543"/>
            <a:ext cx="4828032" cy="490538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ko-KR" altLang="en-US">
                <a:cs typeface="Arial"/>
              </a:rPr>
              <a:t>채팅 서버 테스트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9A81C96-3BAE-3A2A-80E0-C113362A6B2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950438" y="805860"/>
            <a:ext cx="5417758" cy="1934907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283210" indent="-283210"/>
            <a:r>
              <a:rPr lang="en-US" altLang="ko-KR" err="1">
                <a:cs typeface="Arial"/>
              </a:rPr>
              <a:t>세션</a:t>
            </a:r>
            <a:r>
              <a:rPr lang="en-US" altLang="ko-KR">
                <a:cs typeface="Arial"/>
              </a:rPr>
              <a:t> 5천개</a:t>
            </a:r>
          </a:p>
          <a:p>
            <a:pPr marL="283210" indent="-283210"/>
            <a:r>
              <a:rPr lang="en-US" altLang="ko-KR" err="1">
                <a:cs typeface="Arial"/>
              </a:rPr>
              <a:t>메모리</a:t>
            </a:r>
            <a:r>
              <a:rPr lang="en-US" altLang="ko-KR">
                <a:cs typeface="Arial"/>
              </a:rPr>
              <a:t> </a:t>
            </a:r>
            <a:r>
              <a:rPr lang="en-US" altLang="ko-KR" err="1">
                <a:cs typeface="Arial"/>
              </a:rPr>
              <a:t>사용률</a:t>
            </a:r>
            <a:r>
              <a:rPr lang="en-US" altLang="ko-KR">
                <a:cs typeface="Arial"/>
              </a:rPr>
              <a:t> 112MB </a:t>
            </a:r>
            <a:r>
              <a:rPr lang="en-US" altLang="ko-KR" err="1">
                <a:cs typeface="Arial"/>
              </a:rPr>
              <a:t>유지</a:t>
            </a:r>
            <a:endParaRPr lang="en-US" altLang="ko-KR">
              <a:cs typeface="Arial"/>
            </a:endParaRPr>
          </a:p>
          <a:p>
            <a:pPr marL="283210" indent="-283210"/>
            <a:r>
              <a:rPr lang="en-US" altLang="ko-KR">
                <a:cs typeface="Arial"/>
              </a:rPr>
              <a:t>Update TPS 14000 </a:t>
            </a:r>
            <a:r>
              <a:rPr lang="en-US" altLang="ko-KR" err="1">
                <a:cs typeface="Arial"/>
              </a:rPr>
              <a:t>유지</a:t>
            </a:r>
            <a:endParaRPr lang="en-US" altLang="ko-KR">
              <a:cs typeface="Arial"/>
            </a:endParaRPr>
          </a:p>
          <a:p>
            <a:pPr marL="283210" indent="-283210"/>
            <a:r>
              <a:rPr lang="en-US" altLang="ko-KR">
                <a:cs typeface="Arial"/>
              </a:rPr>
              <a:t>RTT </a:t>
            </a:r>
            <a:r>
              <a:rPr lang="en-US" altLang="ko-KR" err="1">
                <a:cs typeface="Arial"/>
              </a:rPr>
              <a:t>평균</a:t>
            </a:r>
            <a:r>
              <a:rPr lang="en-US" altLang="ko-KR">
                <a:cs typeface="Arial"/>
              </a:rPr>
              <a:t> 76ms </a:t>
            </a:r>
            <a:r>
              <a:rPr lang="en-US" altLang="ko-KR" err="1">
                <a:cs typeface="Arial"/>
              </a:rPr>
              <a:t>유지</a:t>
            </a:r>
          </a:p>
          <a:p>
            <a:pPr marL="283210" indent="-283210"/>
            <a:r>
              <a:rPr lang="en-US" altLang="ko-KR" err="1">
                <a:cs typeface="Arial"/>
              </a:rPr>
              <a:t>크래시</a:t>
            </a:r>
            <a:r>
              <a:rPr lang="en-US" altLang="ko-KR">
                <a:cs typeface="Arial"/>
              </a:rPr>
              <a:t> </a:t>
            </a:r>
            <a:r>
              <a:rPr lang="en-US" altLang="ko-KR" err="1">
                <a:cs typeface="Arial"/>
              </a:rPr>
              <a:t>발생</a:t>
            </a:r>
            <a:r>
              <a:rPr lang="en-US" altLang="ko-KR">
                <a:cs typeface="Arial"/>
              </a:rPr>
              <a:t> x, </a:t>
            </a:r>
            <a:r>
              <a:rPr lang="en-US" altLang="ko-KR" err="1">
                <a:cs typeface="Arial"/>
              </a:rPr>
              <a:t>세션</a:t>
            </a:r>
            <a:r>
              <a:rPr lang="en-US" altLang="ko-KR">
                <a:cs typeface="Arial"/>
              </a:rPr>
              <a:t> 및 </a:t>
            </a:r>
            <a:r>
              <a:rPr lang="en-US" altLang="ko-KR" err="1">
                <a:cs typeface="Arial"/>
              </a:rPr>
              <a:t>유저</a:t>
            </a:r>
            <a:r>
              <a:rPr lang="en-US" altLang="ko-KR">
                <a:cs typeface="Arial"/>
              </a:rPr>
              <a:t> </a:t>
            </a:r>
            <a:r>
              <a:rPr lang="en-US" altLang="ko-KR" err="1">
                <a:cs typeface="Arial"/>
              </a:rPr>
              <a:t>잔존</a:t>
            </a:r>
            <a:r>
              <a:rPr lang="en-US" altLang="ko-KR">
                <a:cs typeface="Arial"/>
              </a:rPr>
              <a:t> x, </a:t>
            </a:r>
            <a:r>
              <a:rPr lang="en-US" altLang="ko-KR" err="1">
                <a:cs typeface="Arial"/>
              </a:rPr>
              <a:t>직렬화</a:t>
            </a:r>
            <a:r>
              <a:rPr lang="en-US" altLang="ko-KR">
                <a:cs typeface="Arial"/>
              </a:rPr>
              <a:t> </a:t>
            </a:r>
            <a:r>
              <a:rPr lang="en-US" altLang="ko-KR" err="1">
                <a:cs typeface="Arial"/>
              </a:rPr>
              <a:t>버퍼</a:t>
            </a:r>
            <a:r>
              <a:rPr lang="en-US" altLang="ko-KR">
                <a:cs typeface="Arial"/>
              </a:rPr>
              <a:t> </a:t>
            </a:r>
            <a:r>
              <a:rPr lang="en-US" altLang="ko-KR" err="1">
                <a:cs typeface="Arial"/>
              </a:rPr>
              <a:t>잔존</a:t>
            </a:r>
            <a:r>
              <a:rPr lang="en-US" altLang="ko-KR">
                <a:cs typeface="Arial"/>
              </a:rPr>
              <a:t> x</a:t>
            </a:r>
          </a:p>
          <a:p>
            <a:pPr marL="283210" indent="-283210"/>
            <a:endParaRPr lang="en-US" altLang="ko-KR">
              <a:cs typeface="Arial"/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6DB54BD-B1C9-7B75-836A-A2D49C459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D27A13FC-0270-96AB-3A20-F418BF7BCF8B}"/>
              </a:ext>
            </a:extLst>
          </p:cNvPr>
          <p:cNvSpPr txBox="1">
            <a:spLocks/>
          </p:cNvSpPr>
          <p:nvPr/>
        </p:nvSpPr>
        <p:spPr>
          <a:xfrm>
            <a:off x="6096702" y="2812183"/>
            <a:ext cx="4828032" cy="49053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200" b="1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>
                <a:cs typeface="Arial"/>
              </a:rPr>
              <a:t>로그인 서버 및 채팅 서버 연동 테스트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36124B55-B5CC-CD50-B3CD-6E93E8116645}"/>
              </a:ext>
            </a:extLst>
          </p:cNvPr>
          <p:cNvSpPr txBox="1">
            <a:spLocks/>
          </p:cNvSpPr>
          <p:nvPr/>
        </p:nvSpPr>
        <p:spPr>
          <a:xfrm>
            <a:off x="5951811" y="3300656"/>
            <a:ext cx="5585025" cy="151615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83464" indent="-283464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3210" indent="-283210"/>
            <a:r>
              <a:rPr lang="ko-KR" altLang="en-US" dirty="0">
                <a:cs typeface="Arial"/>
              </a:rPr>
              <a:t>인증 처리 안정성 확인</a:t>
            </a:r>
          </a:p>
          <a:p>
            <a:pPr marL="283210" indent="-283210"/>
            <a:r>
              <a:rPr lang="ko-KR" altLang="en-US" dirty="0" err="1">
                <a:cs typeface="Arial"/>
              </a:rPr>
              <a:t>Update</a:t>
            </a:r>
            <a:r>
              <a:rPr lang="ko-KR" altLang="en-US" dirty="0">
                <a:cs typeface="Arial"/>
              </a:rPr>
              <a:t> TPS 5000 이상 유지</a:t>
            </a:r>
          </a:p>
          <a:p>
            <a:pPr marL="283210" indent="-283210"/>
            <a:r>
              <a:rPr lang="ko-KR" altLang="en-US" dirty="0">
                <a:cs typeface="Arial"/>
              </a:rPr>
              <a:t>RTT 평균 43ms 유지</a:t>
            </a:r>
          </a:p>
          <a:p>
            <a:pPr marL="283210" indent="-283210"/>
            <a:r>
              <a:rPr lang="ko-KR" altLang="en-US" dirty="0" err="1">
                <a:cs typeface="Arial"/>
              </a:rPr>
              <a:t>크래시</a:t>
            </a:r>
            <a:r>
              <a:rPr lang="en-US" altLang="ko-KR" dirty="0">
                <a:cs typeface="Arial"/>
              </a:rPr>
              <a:t> </a:t>
            </a:r>
            <a:r>
              <a:rPr lang="ko-KR" altLang="en-US" dirty="0">
                <a:cs typeface="Arial"/>
              </a:rPr>
              <a:t>발생</a:t>
            </a:r>
            <a:r>
              <a:rPr lang="en-US" altLang="ko-KR" dirty="0">
                <a:cs typeface="Arial"/>
              </a:rPr>
              <a:t> x, </a:t>
            </a:r>
            <a:r>
              <a:rPr lang="ko-KR" altLang="en-US" dirty="0">
                <a:cs typeface="Arial"/>
              </a:rPr>
              <a:t>세션</a:t>
            </a:r>
            <a:r>
              <a:rPr lang="en-US" altLang="ko-KR" dirty="0">
                <a:cs typeface="Arial"/>
              </a:rPr>
              <a:t> </a:t>
            </a:r>
            <a:r>
              <a:rPr lang="ko-KR" altLang="en-US" dirty="0">
                <a:cs typeface="Arial"/>
              </a:rPr>
              <a:t>및</a:t>
            </a:r>
            <a:r>
              <a:rPr lang="en-US" altLang="ko-KR" dirty="0">
                <a:cs typeface="Arial"/>
              </a:rPr>
              <a:t> </a:t>
            </a:r>
            <a:r>
              <a:rPr lang="ko-KR" altLang="en-US" dirty="0">
                <a:cs typeface="Arial"/>
              </a:rPr>
              <a:t>유저</a:t>
            </a:r>
            <a:r>
              <a:rPr lang="en-US" altLang="ko-KR" dirty="0">
                <a:cs typeface="Arial"/>
              </a:rPr>
              <a:t> </a:t>
            </a:r>
            <a:r>
              <a:rPr lang="en-US" altLang="ko-KR" dirty="0" err="1">
                <a:cs typeface="Arial"/>
              </a:rPr>
              <a:t>잔존</a:t>
            </a:r>
            <a:r>
              <a:rPr lang="en-US" altLang="ko-KR" dirty="0">
                <a:cs typeface="Arial"/>
              </a:rPr>
              <a:t> x, </a:t>
            </a:r>
            <a:r>
              <a:rPr lang="ko-KR" altLang="en-US" dirty="0">
                <a:cs typeface="Arial"/>
              </a:rPr>
              <a:t>직렬화</a:t>
            </a:r>
            <a:r>
              <a:rPr lang="en-US" altLang="ko-KR" dirty="0">
                <a:cs typeface="Arial"/>
              </a:rPr>
              <a:t> </a:t>
            </a:r>
            <a:r>
              <a:rPr lang="ko-KR" altLang="en-US" dirty="0">
                <a:cs typeface="Arial"/>
              </a:rPr>
              <a:t>버퍼</a:t>
            </a:r>
            <a:r>
              <a:rPr lang="en-US" altLang="ko-KR" dirty="0">
                <a:cs typeface="Arial"/>
              </a:rPr>
              <a:t> </a:t>
            </a:r>
            <a:r>
              <a:rPr lang="ko-KR" altLang="en-US" dirty="0">
                <a:cs typeface="Arial"/>
              </a:rPr>
              <a:t>잔존</a:t>
            </a:r>
            <a:r>
              <a:rPr lang="en-US" altLang="ko-KR" dirty="0">
                <a:cs typeface="Arial"/>
              </a:rPr>
              <a:t> x</a:t>
            </a:r>
            <a:endParaRPr lang="en-US" altLang="ko-KR" dirty="0">
              <a:solidFill>
                <a:srgbClr val="000000"/>
              </a:solidFill>
              <a:cs typeface="Arial"/>
            </a:endParaRPr>
          </a:p>
          <a:p>
            <a:pPr marL="283210" indent="-283210"/>
            <a:endParaRPr lang="ko-KR" altLang="en-US">
              <a:cs typeface="Arial"/>
            </a:endParaRP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4CE6C1C7-1DC0-4A1F-9F73-2A48E2C19B04}"/>
              </a:ext>
            </a:extLst>
          </p:cNvPr>
          <p:cNvSpPr txBox="1">
            <a:spLocks/>
          </p:cNvSpPr>
          <p:nvPr/>
        </p:nvSpPr>
        <p:spPr>
          <a:xfrm>
            <a:off x="6096702" y="5106889"/>
            <a:ext cx="4828032" cy="49053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200" b="1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>
                <a:cs typeface="Arial"/>
              </a:rPr>
              <a:t>게임 서버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7B60B30C-BD66-EED5-F692-77B806DA5BC4}"/>
              </a:ext>
            </a:extLst>
          </p:cNvPr>
          <p:cNvSpPr txBox="1">
            <a:spLocks/>
          </p:cNvSpPr>
          <p:nvPr/>
        </p:nvSpPr>
        <p:spPr>
          <a:xfrm>
            <a:off x="5951810" y="5600720"/>
            <a:ext cx="5522236" cy="87135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83464" indent="-283464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3210" indent="-283210"/>
            <a:r>
              <a:rPr lang="ko-KR" altLang="en-US">
                <a:cs typeface="Arial"/>
              </a:rPr>
              <a:t>에코 메시지 TPS 50만 유지</a:t>
            </a:r>
          </a:p>
          <a:p>
            <a:pPr marL="283210" indent="-283210"/>
            <a:r>
              <a:rPr lang="ko-KR" err="1">
                <a:cs typeface="Arial"/>
              </a:rPr>
              <a:t>크래시</a:t>
            </a:r>
            <a:r>
              <a:rPr lang="en-US" altLang="ko-KR">
                <a:cs typeface="Arial"/>
              </a:rPr>
              <a:t> </a:t>
            </a:r>
            <a:r>
              <a:rPr lang="ko-KR">
                <a:cs typeface="Arial"/>
              </a:rPr>
              <a:t>발생</a:t>
            </a:r>
            <a:r>
              <a:rPr lang="en-US" altLang="ko-KR">
                <a:cs typeface="Arial"/>
              </a:rPr>
              <a:t> x, </a:t>
            </a:r>
            <a:r>
              <a:rPr lang="en-US" altLang="ko-KR" err="1">
                <a:cs typeface="Arial"/>
              </a:rPr>
              <a:t>직렬화</a:t>
            </a:r>
            <a:r>
              <a:rPr lang="en-US" altLang="ko-KR">
                <a:cs typeface="Arial"/>
              </a:rPr>
              <a:t> </a:t>
            </a:r>
            <a:r>
              <a:rPr lang="en-US" altLang="ko-KR" err="1">
                <a:cs typeface="Arial"/>
              </a:rPr>
              <a:t>버퍼</a:t>
            </a:r>
            <a:r>
              <a:rPr lang="en-US" altLang="ko-KR">
                <a:cs typeface="Arial"/>
              </a:rPr>
              <a:t> </a:t>
            </a:r>
            <a:r>
              <a:rPr lang="en-US" altLang="ko-KR" err="1">
                <a:cs typeface="Arial"/>
              </a:rPr>
              <a:t>잔존x</a:t>
            </a:r>
            <a:endParaRPr lang="en-US" altLang="ko-KR">
              <a:cs typeface="Arial"/>
            </a:endParaRPr>
          </a:p>
        </p:txBody>
      </p:sp>
      <p:pic>
        <p:nvPicPr>
          <p:cNvPr id="6" name="그림 5" descr="텍스트, 폰트, 화이트, 그래픽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4AF055D-6791-734F-35E1-2C7A757676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788" y="-6447"/>
            <a:ext cx="2774796" cy="700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569473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C3F912-FE9C-BBF9-E22F-52D76D7E18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D8FEDA-7EC5-31D7-6218-2D4AA8096B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cs typeface="Arial"/>
              </a:rPr>
              <a:t>프로젝트 개요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08802E-FE9D-D1E3-120B-76A321B343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3F05D79-99A7-A410-4C00-375C2399B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97796" y="2953512"/>
            <a:ext cx="7501623" cy="2915314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342900" indent="-342900">
              <a:buFont typeface="Calibri" panose="020B0604020202020204" pitchFamily="34" charset="0"/>
              <a:buChar char="-"/>
            </a:pPr>
            <a:r>
              <a:rPr lang="ko-KR" altLang="en-US">
                <a:cs typeface="Arial"/>
              </a:rPr>
              <a:t>멀티 스레드 환경에서 발생하는 실제 문제 재현</a:t>
            </a:r>
          </a:p>
          <a:p>
            <a:pPr marL="342900" indent="-342900">
              <a:buFont typeface="Calibri" panose="020B0604020202020204" pitchFamily="34" charset="0"/>
              <a:buChar char="-"/>
            </a:pPr>
            <a:r>
              <a:rPr lang="ko-KR" altLang="en-US">
                <a:cs typeface="Arial"/>
              </a:rPr>
              <a:t>해결 방법 검증하여 안정적인 동작 확인</a:t>
            </a:r>
          </a:p>
          <a:p>
            <a:pPr marL="342900" indent="-342900">
              <a:buFont typeface="Calibri" panose="020B0604020202020204" pitchFamily="34" charset="0"/>
              <a:buChar char="-"/>
            </a:pPr>
            <a:r>
              <a:rPr lang="ko-KR" altLang="en-US">
                <a:cs typeface="Arial"/>
              </a:rPr>
              <a:t>다른 동기화 방식과 성능 비교 및 고찰</a:t>
            </a:r>
          </a:p>
          <a:p>
            <a:pPr marL="342900" indent="-342900">
              <a:buFont typeface="Calibri" panose="020B0604020202020204" pitchFamily="34" charset="0"/>
              <a:buChar char="-"/>
            </a:pPr>
            <a:endParaRPr lang="ko-KR" altLang="ko-KR">
              <a:cs typeface="Arial"/>
            </a:endParaRPr>
          </a:p>
          <a:p>
            <a:endParaRPr lang="en-US">
              <a:cs typeface="Arial"/>
            </a:endParaRPr>
          </a:p>
          <a:p>
            <a:endParaRPr lang="en-US">
              <a:cs typeface="Arial"/>
            </a:endParaRPr>
          </a:p>
        </p:txBody>
      </p:sp>
      <p:pic>
        <p:nvPicPr>
          <p:cNvPr id="6" name="그림 5" descr="폰트, 텍스트, 그래픽, 로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803270A-B427-8259-3CF8-C520D77239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29" y="-387"/>
            <a:ext cx="2410426" cy="570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78794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F7C4F3-383E-6A04-34E3-E3EC1DC5DD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5166FC-DBD3-6E24-298C-C5CE4735D2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976" y="2322105"/>
            <a:ext cx="4412662" cy="648164"/>
          </a:xfrm>
        </p:spPr>
        <p:txBody>
          <a:bodyPr/>
          <a:lstStyle/>
          <a:p>
            <a:r>
              <a:rPr lang="ko-KR" altLang="en-US">
                <a:cs typeface="Arial"/>
              </a:rPr>
              <a:t>주요 이슈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9E888D-99B7-DD3D-C0BD-2CEC797C449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71011" y="1562485"/>
            <a:ext cx="4828032" cy="5050146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457200" indent="-457200">
              <a:buAutoNum type="arabicPeriod"/>
            </a:pPr>
            <a:r>
              <a:rPr lang="ko-KR" altLang="en-US">
                <a:cs typeface="Arial"/>
              </a:rPr>
              <a:t>ABA</a:t>
            </a:r>
          </a:p>
          <a:p>
            <a:pPr marL="457200" indent="-457200">
              <a:buAutoNum type="arabicPeriod"/>
            </a:pPr>
            <a:endParaRPr lang="ko-KR" altLang="en-US">
              <a:cs typeface="Arial"/>
            </a:endParaRPr>
          </a:p>
          <a:p>
            <a:pPr marL="457200" indent="-457200">
              <a:buAutoNum type="arabicPeriod"/>
            </a:pPr>
            <a:r>
              <a:rPr lang="ko-KR" altLang="en-US">
                <a:cs typeface="Arial"/>
              </a:rPr>
              <a:t>PAGE DECOMMIT</a:t>
            </a:r>
          </a:p>
          <a:p>
            <a:pPr marL="457200" indent="-457200">
              <a:buAutoNum type="arabicPeriod"/>
            </a:pPr>
            <a:endParaRPr lang="ko-KR" altLang="en-US">
              <a:cs typeface="Arial"/>
            </a:endParaRPr>
          </a:p>
          <a:p>
            <a:pPr marL="457200" indent="-457200">
              <a:buAutoNum type="arabicPeriod"/>
            </a:pPr>
            <a:r>
              <a:rPr lang="ko-KR" altLang="en-US">
                <a:cs typeface="Arial"/>
              </a:rPr>
              <a:t>2ND CAS FAIL</a:t>
            </a:r>
          </a:p>
          <a:p>
            <a:pPr marL="457200" indent="-457200">
              <a:buAutoNum type="arabicPeriod"/>
            </a:pPr>
            <a:endParaRPr lang="ko-KR" altLang="en-US">
              <a:cs typeface="Arial"/>
            </a:endParaRPr>
          </a:p>
          <a:p>
            <a:pPr marL="457200" indent="-457200">
              <a:buAutoNum type="arabicPeriod"/>
            </a:pPr>
            <a:r>
              <a:rPr lang="ko-KR" altLang="en-US">
                <a:cs typeface="Arial"/>
              </a:rPr>
              <a:t>ORDER REVERSAL</a:t>
            </a:r>
          </a:p>
          <a:p>
            <a:pPr marL="457200" indent="-457200">
              <a:buAutoNum type="arabicPeriod"/>
            </a:pPr>
            <a:endParaRPr lang="ko-KR" altLang="en-US">
              <a:cs typeface="Arial"/>
            </a:endParaRPr>
          </a:p>
          <a:p>
            <a:pPr marL="457200" indent="-457200">
              <a:buAutoNum type="arabicPeriod"/>
            </a:pPr>
            <a:r>
              <a:rPr lang="ko-KR" altLang="en-US">
                <a:cs typeface="Arial"/>
              </a:rPr>
              <a:t>SHARED POOL</a:t>
            </a:r>
          </a:p>
          <a:p>
            <a:pPr marL="457200" indent="-457200">
              <a:buAutoNum type="arabicPeriod"/>
            </a:pPr>
            <a:endParaRPr lang="ko-KR" altLang="en-US">
              <a:cs typeface="Arial"/>
            </a:endParaRPr>
          </a:p>
          <a:p>
            <a:pPr marL="457200" indent="-457200">
              <a:buAutoNum type="arabicPeriod"/>
            </a:pPr>
            <a:endParaRPr lang="ko-KR" altLang="en-US">
              <a:cs typeface="Arial"/>
            </a:endParaRPr>
          </a:p>
          <a:p>
            <a:pPr marL="457200" indent="-457200">
              <a:buAutoNum type="arabicPeriod"/>
            </a:pPr>
            <a:endParaRPr lang="ko-KR" altLang="en-US">
              <a:cs typeface="Arial"/>
            </a:endParaRPr>
          </a:p>
          <a:p>
            <a:endParaRPr lang="ko-KR" altLang="en-US">
              <a:cs typeface="Arial"/>
            </a:endParaRPr>
          </a:p>
          <a:p>
            <a:endParaRPr lang="ko-KR" altLang="en-US">
              <a:cs typeface="Arial"/>
            </a:endParaRPr>
          </a:p>
          <a:p>
            <a:endParaRPr lang="ko-KR" altLang="en-US">
              <a:cs typeface="Arial"/>
            </a:endParaRPr>
          </a:p>
        </p:txBody>
      </p:sp>
      <p:pic>
        <p:nvPicPr>
          <p:cNvPr id="5" name="그림 4" descr="폰트, 텍스트, 그래픽, 로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93BEF29-657A-EC25-0D53-7A5B425B1C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29" y="-387"/>
            <a:ext cx="2410426" cy="570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501060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EF5333-2254-A3E6-1B8C-D3178CBB16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F78F15-63E1-8CF8-010C-505BB5CF34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047" y="2434871"/>
            <a:ext cx="5178715" cy="719540"/>
          </a:xfrm>
        </p:spPr>
        <p:txBody>
          <a:bodyPr/>
          <a:lstStyle/>
          <a:p>
            <a:r>
              <a:rPr lang="en-US" sz="3600"/>
              <a:t>ABA </a:t>
            </a:r>
            <a:r>
              <a:rPr lang="ko-KR" altLang="en-US" sz="3600"/>
              <a:t>원인</a:t>
            </a:r>
            <a:r>
              <a:rPr lang="en-US" sz="3600"/>
              <a:t> </a:t>
            </a:r>
            <a:r>
              <a:rPr lang="ko-KR" altLang="en-US" sz="3600"/>
              <a:t>및</a:t>
            </a:r>
            <a:r>
              <a:rPr lang="en-US" sz="3600"/>
              <a:t> </a:t>
            </a:r>
            <a:r>
              <a:rPr lang="ko-KR" altLang="en-US" sz="3600"/>
              <a:t>해결방법</a:t>
            </a:r>
            <a:br>
              <a:rPr lang="en-US"/>
            </a:br>
            <a:endParaRPr lang="en-US">
              <a:cs typeface="Arial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276EF27D-58A4-DD06-E774-8A3486983989}"/>
              </a:ext>
            </a:extLst>
          </p:cNvPr>
          <p:cNvSpPr txBox="1">
            <a:spLocks/>
          </p:cNvSpPr>
          <p:nvPr/>
        </p:nvSpPr>
        <p:spPr>
          <a:xfrm>
            <a:off x="-5526" y="3152367"/>
            <a:ext cx="4251960" cy="224959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000" kern="1200" cap="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buAutoNum type="arabicPeriod"/>
            </a:pPr>
            <a:r>
              <a:rPr lang="ko-KR" altLang="en-US" sz="1800">
                <a:cs typeface="Arial"/>
              </a:rPr>
              <a:t>원인</a:t>
            </a:r>
          </a:p>
          <a:p>
            <a:pPr marL="742950" lvl="1" indent="-285750">
              <a:lnSpc>
                <a:spcPct val="80000"/>
              </a:lnSpc>
              <a:spcBef>
                <a:spcPct val="0"/>
              </a:spcBef>
              <a:buFont typeface="Calibri"/>
              <a:buChar char="-"/>
            </a:pPr>
            <a:r>
              <a:rPr lang="ko-KR" altLang="en-US" sz="1600" cap="all">
                <a:solidFill>
                  <a:srgbClr val="3B4546"/>
                </a:solidFill>
                <a:cs typeface="Arial"/>
              </a:rPr>
              <a:t>메모리 제한적이라 재활용 해야함.</a:t>
            </a:r>
          </a:p>
          <a:p>
            <a:pPr marL="742950" lvl="1" indent="-285750">
              <a:buFont typeface="Calibri"/>
              <a:buChar char="-"/>
            </a:pPr>
            <a:r>
              <a:rPr lang="ko-KR" altLang="en-US" sz="1600" cap="all" err="1">
                <a:solidFill>
                  <a:srgbClr val="3B4546"/>
                </a:solidFill>
                <a:cs typeface="Arial"/>
              </a:rPr>
              <a:t>Cas로</a:t>
            </a:r>
            <a:r>
              <a:rPr lang="ko-KR" altLang="en-US" sz="1600" cap="all">
                <a:solidFill>
                  <a:srgbClr val="3B4546"/>
                </a:solidFill>
                <a:cs typeface="Arial"/>
              </a:rPr>
              <a:t> 멤버 변수 가리키는 노드 재활용 여부 구분 못함</a:t>
            </a:r>
          </a:p>
          <a:p>
            <a:pPr marL="342900" indent="-342900">
              <a:buAutoNum type="arabicPeriod"/>
            </a:pPr>
            <a:endParaRPr lang="ko-KR" altLang="en-US" sz="1800">
              <a:cs typeface="Arial"/>
            </a:endParaRPr>
          </a:p>
          <a:p>
            <a:pPr marL="342900" indent="-342900">
              <a:buAutoNum type="arabicPeriod"/>
            </a:pPr>
            <a:r>
              <a:rPr lang="ko-KR" altLang="en-US" sz="1800">
                <a:cs typeface="Arial"/>
              </a:rPr>
              <a:t>해결방법</a:t>
            </a:r>
          </a:p>
          <a:p>
            <a:pPr marL="800100" lvl="1" indent="-342900">
              <a:lnSpc>
                <a:spcPct val="80000"/>
              </a:lnSpc>
              <a:spcBef>
                <a:spcPct val="0"/>
              </a:spcBef>
              <a:buFont typeface="Calibri"/>
              <a:buChar char="-"/>
            </a:pPr>
            <a:r>
              <a:rPr lang="ko-KR" altLang="en-US" sz="1600" cap="all">
                <a:solidFill>
                  <a:srgbClr val="3B4546"/>
                </a:solidFill>
                <a:cs typeface="Arial"/>
              </a:rPr>
              <a:t>멤버 변수가 가리키는 노드 재활용 된 것임을 할 수 있게 하기</a:t>
            </a:r>
          </a:p>
          <a:p>
            <a:pPr marL="800100" lvl="1" indent="-342900">
              <a:lnSpc>
                <a:spcPct val="80000"/>
              </a:lnSpc>
              <a:spcBef>
                <a:spcPct val="0"/>
              </a:spcBef>
              <a:buFont typeface="Calibri"/>
              <a:buChar char="-"/>
            </a:pPr>
            <a:r>
              <a:rPr lang="ko-KR" altLang="en-US" sz="1600" cap="all">
                <a:solidFill>
                  <a:srgbClr val="3B4546"/>
                </a:solidFill>
                <a:cs typeface="Arial"/>
              </a:rPr>
              <a:t>DOUBLE CAS, TAGGING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8A50CA07-17E2-405B-5F7E-72B6E98C714F}"/>
              </a:ext>
            </a:extLst>
          </p:cNvPr>
          <p:cNvSpPr/>
          <p:nvPr/>
        </p:nvSpPr>
        <p:spPr>
          <a:xfrm>
            <a:off x="5711568" y="1290594"/>
            <a:ext cx="981675" cy="961081"/>
          </a:xfrm>
          <a:prstGeom prst="roundRect">
            <a:avLst/>
          </a:prstGeom>
          <a:solidFill>
            <a:schemeClr val="accent6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rtl="0">
              <a:defRPr lang="ko-K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35E4E600-95AD-3E17-8AF7-A9F96E505D95}"/>
              </a:ext>
            </a:extLst>
          </p:cNvPr>
          <p:cNvSpPr/>
          <p:nvPr/>
        </p:nvSpPr>
        <p:spPr>
          <a:xfrm>
            <a:off x="5711568" y="2924432"/>
            <a:ext cx="981675" cy="961081"/>
          </a:xfrm>
          <a:prstGeom prst="roundRect">
            <a:avLst/>
          </a:prstGeom>
          <a:solidFill>
            <a:schemeClr val="accent6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rtl="0">
              <a:defRPr lang="ko-K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52AFEDA5-17F1-9BE8-76DE-06C5EC91EAE3}"/>
              </a:ext>
            </a:extLst>
          </p:cNvPr>
          <p:cNvSpPr/>
          <p:nvPr/>
        </p:nvSpPr>
        <p:spPr>
          <a:xfrm>
            <a:off x="5711568" y="4565134"/>
            <a:ext cx="981675" cy="961081"/>
          </a:xfrm>
          <a:prstGeom prst="roundRect">
            <a:avLst/>
          </a:prstGeom>
          <a:solidFill>
            <a:schemeClr val="accent6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rtl="0">
              <a:defRPr lang="ko-K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E3092054-4A50-B47D-1B34-B0635B01FB88}"/>
              </a:ext>
            </a:extLst>
          </p:cNvPr>
          <p:cNvCxnSpPr>
            <a:cxnSpLocks/>
          </p:cNvCxnSpPr>
          <p:nvPr/>
        </p:nvCxnSpPr>
        <p:spPr>
          <a:xfrm>
            <a:off x="6198971" y="2251676"/>
            <a:ext cx="6867" cy="672754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37">
            <a:extLst>
              <a:ext uri="{FF2B5EF4-FFF2-40B4-BE49-F238E27FC236}">
                <a16:creationId xmlns:a16="http://schemas.microsoft.com/office/drawing/2014/main" id="{E564E1C7-07FD-7DFA-B5FF-8BC4BC637D74}"/>
              </a:ext>
            </a:extLst>
          </p:cNvPr>
          <p:cNvSpPr txBox="1"/>
          <p:nvPr/>
        </p:nvSpPr>
        <p:spPr>
          <a:xfrm>
            <a:off x="5773353" y="967946"/>
            <a:ext cx="1201350" cy="307777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rtl="0">
              <a:defRPr lang="ko-K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 sz="1400" err="1">
                <a:solidFill>
                  <a:schemeClr val="accent4"/>
                </a:solidFill>
                <a:latin typeface="Arial"/>
                <a:ea typeface="+mj-lt"/>
                <a:cs typeface="Arial"/>
              </a:rPr>
              <a:t>topNode</a:t>
            </a:r>
            <a:endParaRPr lang="ko-KR" altLang="en-US" sz="1400">
              <a:solidFill>
                <a:schemeClr val="accent4"/>
              </a:solidFill>
              <a:latin typeface="Arial"/>
              <a:ea typeface="+mj-lt"/>
              <a:cs typeface="Arial"/>
            </a:endParaRPr>
          </a:p>
        </p:txBody>
      </p:sp>
      <p:sp>
        <p:nvSpPr>
          <p:cNvPr id="13" name="TextBox 38">
            <a:extLst>
              <a:ext uri="{FF2B5EF4-FFF2-40B4-BE49-F238E27FC236}">
                <a16:creationId xmlns:a16="http://schemas.microsoft.com/office/drawing/2014/main" id="{958C31AD-9883-E61C-38B3-FEBED202B15E}"/>
              </a:ext>
            </a:extLst>
          </p:cNvPr>
          <p:cNvSpPr txBox="1"/>
          <p:nvPr/>
        </p:nvSpPr>
        <p:spPr>
          <a:xfrm>
            <a:off x="6775622" y="1469080"/>
            <a:ext cx="1482808" cy="92333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rtl="0">
              <a:defRPr lang="ko-K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err="1">
                <a:solidFill>
                  <a:schemeClr val="accent4"/>
                </a:solidFill>
              </a:rPr>
              <a:t>Th</a:t>
            </a:r>
            <a:r>
              <a:rPr lang="ko-KR" altLang="en-US">
                <a:solidFill>
                  <a:schemeClr val="accent4"/>
                </a:solidFill>
              </a:rPr>
              <a:t> 1 : </a:t>
            </a:r>
            <a:endParaRPr lang="ko-KR" altLang="en-US">
              <a:solidFill>
                <a:schemeClr val="accent4"/>
              </a:solidFill>
              <a:cs typeface="Arial"/>
            </a:endParaRPr>
          </a:p>
          <a:p>
            <a:r>
              <a:rPr lang="ko-KR" altLang="en-US" err="1">
                <a:solidFill>
                  <a:schemeClr val="accent4"/>
                </a:solidFill>
              </a:rPr>
              <a:t>LocalTop</a:t>
            </a:r>
            <a:r>
              <a:rPr lang="ko-KR" altLang="en-US">
                <a:solidFill>
                  <a:schemeClr val="accent4"/>
                </a:solidFill>
              </a:rPr>
              <a:t> - 1</a:t>
            </a:r>
            <a:endParaRPr lang="ko-KR" altLang="en-US">
              <a:solidFill>
                <a:schemeClr val="accent4"/>
              </a:solidFill>
              <a:cs typeface="Arial"/>
            </a:endParaRPr>
          </a:p>
          <a:p>
            <a:r>
              <a:rPr lang="ko-KR" altLang="en-US" err="1">
                <a:solidFill>
                  <a:schemeClr val="accent4"/>
                </a:solidFill>
              </a:rPr>
              <a:t>NextTop</a:t>
            </a:r>
            <a:r>
              <a:rPr lang="ko-KR" altLang="en-US">
                <a:solidFill>
                  <a:schemeClr val="accent4"/>
                </a:solidFill>
              </a:rPr>
              <a:t> - 2</a:t>
            </a:r>
            <a:endParaRPr lang="ko-KR" altLang="en-US">
              <a:solidFill>
                <a:schemeClr val="accent4"/>
              </a:solidFill>
              <a:cs typeface="Arial"/>
            </a:endParaRPr>
          </a:p>
        </p:txBody>
      </p:sp>
      <p:sp>
        <p:nvSpPr>
          <p:cNvPr id="14" name="TextBox 39">
            <a:extLst>
              <a:ext uri="{FF2B5EF4-FFF2-40B4-BE49-F238E27FC236}">
                <a16:creationId xmlns:a16="http://schemas.microsoft.com/office/drawing/2014/main" id="{37A0E0CB-726F-7646-CF20-F408ACB60B58}"/>
              </a:ext>
            </a:extLst>
          </p:cNvPr>
          <p:cNvSpPr txBox="1"/>
          <p:nvPr/>
        </p:nvSpPr>
        <p:spPr>
          <a:xfrm>
            <a:off x="6034217" y="1585784"/>
            <a:ext cx="562918" cy="36933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rtl="0">
              <a:defRPr lang="ko-K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>
                <a:solidFill>
                  <a:schemeClr val="accent4"/>
                </a:solidFill>
              </a:rPr>
              <a:t>1</a:t>
            </a:r>
          </a:p>
        </p:txBody>
      </p:sp>
      <p:sp>
        <p:nvSpPr>
          <p:cNvPr id="15" name="TextBox 52">
            <a:extLst>
              <a:ext uri="{FF2B5EF4-FFF2-40B4-BE49-F238E27FC236}">
                <a16:creationId xmlns:a16="http://schemas.microsoft.com/office/drawing/2014/main" id="{71DE8212-8014-2A6C-E744-5B56423C9092}"/>
              </a:ext>
            </a:extLst>
          </p:cNvPr>
          <p:cNvSpPr txBox="1"/>
          <p:nvPr/>
        </p:nvSpPr>
        <p:spPr>
          <a:xfrm>
            <a:off x="6034217" y="3219622"/>
            <a:ext cx="562918" cy="36933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rtl="0">
              <a:defRPr lang="ko-K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>
                <a:solidFill>
                  <a:schemeClr val="accent4"/>
                </a:solidFill>
              </a:rPr>
              <a:t>2</a:t>
            </a:r>
          </a:p>
        </p:txBody>
      </p:sp>
      <p:sp>
        <p:nvSpPr>
          <p:cNvPr id="16" name="TextBox 53">
            <a:extLst>
              <a:ext uri="{FF2B5EF4-FFF2-40B4-BE49-F238E27FC236}">
                <a16:creationId xmlns:a16="http://schemas.microsoft.com/office/drawing/2014/main" id="{08B99CA0-F1AE-F989-ACD0-0403C3B3879D}"/>
              </a:ext>
            </a:extLst>
          </p:cNvPr>
          <p:cNvSpPr txBox="1"/>
          <p:nvPr/>
        </p:nvSpPr>
        <p:spPr>
          <a:xfrm>
            <a:off x="6034217" y="4860324"/>
            <a:ext cx="562918" cy="36933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rtl="0">
              <a:defRPr lang="ko-K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>
                <a:solidFill>
                  <a:schemeClr val="accent4"/>
                </a:solidFill>
              </a:rPr>
              <a:t>3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A13ECA21-6DE4-9B4E-701C-DC6CE650566D}"/>
              </a:ext>
            </a:extLst>
          </p:cNvPr>
          <p:cNvSpPr/>
          <p:nvPr/>
        </p:nvSpPr>
        <p:spPr>
          <a:xfrm>
            <a:off x="8258433" y="1276864"/>
            <a:ext cx="981675" cy="961081"/>
          </a:xfrm>
          <a:prstGeom prst="roundRect">
            <a:avLst/>
          </a:prstGeom>
          <a:solidFill>
            <a:schemeClr val="accent6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rtl="0">
              <a:defRPr lang="ko-K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8BBF532A-DBEA-9283-04FB-693109B27CB8}"/>
              </a:ext>
            </a:extLst>
          </p:cNvPr>
          <p:cNvSpPr/>
          <p:nvPr/>
        </p:nvSpPr>
        <p:spPr>
          <a:xfrm>
            <a:off x="8258433" y="2910702"/>
            <a:ext cx="981675" cy="961081"/>
          </a:xfrm>
          <a:prstGeom prst="roundRect">
            <a:avLst/>
          </a:prstGeom>
          <a:solidFill>
            <a:schemeClr val="accent6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rtl="0">
              <a:defRPr lang="ko-K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A5553925-95C4-3CCE-B48D-B8CCB4003A92}"/>
              </a:ext>
            </a:extLst>
          </p:cNvPr>
          <p:cNvSpPr/>
          <p:nvPr/>
        </p:nvSpPr>
        <p:spPr>
          <a:xfrm>
            <a:off x="8258433" y="4565134"/>
            <a:ext cx="981675" cy="961081"/>
          </a:xfrm>
          <a:prstGeom prst="roundRect">
            <a:avLst/>
          </a:prstGeom>
          <a:solidFill>
            <a:schemeClr val="accent6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rtl="0">
              <a:defRPr lang="ko-K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21" name="TextBox 58">
            <a:extLst>
              <a:ext uri="{FF2B5EF4-FFF2-40B4-BE49-F238E27FC236}">
                <a16:creationId xmlns:a16="http://schemas.microsoft.com/office/drawing/2014/main" id="{77310E23-2278-C927-0D8C-A06EDEC977C0}"/>
              </a:ext>
            </a:extLst>
          </p:cNvPr>
          <p:cNvSpPr txBox="1"/>
          <p:nvPr/>
        </p:nvSpPr>
        <p:spPr>
          <a:xfrm>
            <a:off x="8574217" y="1585784"/>
            <a:ext cx="562918" cy="36933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rtl="0">
              <a:defRPr lang="ko-K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>
                <a:solidFill>
                  <a:schemeClr val="accent4"/>
                </a:solidFill>
              </a:rPr>
              <a:t>1</a:t>
            </a:r>
          </a:p>
        </p:txBody>
      </p:sp>
      <p:sp>
        <p:nvSpPr>
          <p:cNvPr id="22" name="TextBox 59">
            <a:extLst>
              <a:ext uri="{FF2B5EF4-FFF2-40B4-BE49-F238E27FC236}">
                <a16:creationId xmlns:a16="http://schemas.microsoft.com/office/drawing/2014/main" id="{28D9FE00-082D-824A-8D5A-BF3FAE2BD02E}"/>
              </a:ext>
            </a:extLst>
          </p:cNvPr>
          <p:cNvSpPr txBox="1"/>
          <p:nvPr/>
        </p:nvSpPr>
        <p:spPr>
          <a:xfrm>
            <a:off x="8574217" y="3219621"/>
            <a:ext cx="562918" cy="36933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rtl="0">
              <a:defRPr lang="ko-K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>
                <a:solidFill>
                  <a:schemeClr val="accent4"/>
                </a:solidFill>
              </a:rPr>
              <a:t>4</a:t>
            </a:r>
          </a:p>
        </p:txBody>
      </p:sp>
      <p:sp>
        <p:nvSpPr>
          <p:cNvPr id="23" name="TextBox 60">
            <a:extLst>
              <a:ext uri="{FF2B5EF4-FFF2-40B4-BE49-F238E27FC236}">
                <a16:creationId xmlns:a16="http://schemas.microsoft.com/office/drawing/2014/main" id="{63E5D664-E652-168C-C829-F5BEE76C400F}"/>
              </a:ext>
            </a:extLst>
          </p:cNvPr>
          <p:cNvSpPr txBox="1"/>
          <p:nvPr/>
        </p:nvSpPr>
        <p:spPr>
          <a:xfrm>
            <a:off x="8574217" y="4860324"/>
            <a:ext cx="562918" cy="36933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rtl="0">
              <a:defRPr lang="ko-K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>
                <a:solidFill>
                  <a:schemeClr val="accent4"/>
                </a:solidFill>
              </a:rPr>
              <a:t>5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A80323DA-8170-F2A3-E477-5177B5644F9D}"/>
              </a:ext>
            </a:extLst>
          </p:cNvPr>
          <p:cNvSpPr/>
          <p:nvPr/>
        </p:nvSpPr>
        <p:spPr>
          <a:xfrm>
            <a:off x="6974703" y="5457567"/>
            <a:ext cx="981675" cy="961081"/>
          </a:xfrm>
          <a:prstGeom prst="roundRect">
            <a:avLst/>
          </a:prstGeom>
          <a:solidFill>
            <a:schemeClr val="accent6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rtl="0">
              <a:defRPr lang="ko-K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26" name="TextBox 63">
            <a:extLst>
              <a:ext uri="{FF2B5EF4-FFF2-40B4-BE49-F238E27FC236}">
                <a16:creationId xmlns:a16="http://schemas.microsoft.com/office/drawing/2014/main" id="{2E88B314-D9C3-9416-C119-D8FFA15336EC}"/>
              </a:ext>
            </a:extLst>
          </p:cNvPr>
          <p:cNvSpPr txBox="1"/>
          <p:nvPr/>
        </p:nvSpPr>
        <p:spPr>
          <a:xfrm>
            <a:off x="7297352" y="5752757"/>
            <a:ext cx="562918" cy="36933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rtl="0">
              <a:defRPr lang="ko-K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>
                <a:solidFill>
                  <a:schemeClr val="accent4"/>
                </a:solidFill>
              </a:rPr>
              <a:t>2</a:t>
            </a:r>
          </a:p>
        </p:txBody>
      </p:sp>
      <p:sp>
        <p:nvSpPr>
          <p:cNvPr id="27" name="TextBox 64">
            <a:extLst>
              <a:ext uri="{FF2B5EF4-FFF2-40B4-BE49-F238E27FC236}">
                <a16:creationId xmlns:a16="http://schemas.microsoft.com/office/drawing/2014/main" id="{CA0BB02D-3EC2-A575-5966-D8400D7811F5}"/>
              </a:ext>
            </a:extLst>
          </p:cNvPr>
          <p:cNvSpPr txBox="1"/>
          <p:nvPr/>
        </p:nvSpPr>
        <p:spPr>
          <a:xfrm>
            <a:off x="7173785" y="6047945"/>
            <a:ext cx="906161" cy="307777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rtl="0">
              <a:defRPr lang="ko-K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 sz="1400" err="1">
                <a:solidFill>
                  <a:schemeClr val="accent4"/>
                </a:solidFill>
                <a:latin typeface="Malgun Gothic"/>
                <a:ea typeface="Malgun Gothic"/>
              </a:rPr>
              <a:t>Heap</a:t>
            </a:r>
            <a:endParaRPr lang="ko-KR" altLang="en-US" sz="1400">
              <a:solidFill>
                <a:schemeClr val="accent4"/>
              </a:solidFill>
              <a:latin typeface="Malgun Gothic"/>
              <a:ea typeface="Malgun Gothic"/>
            </a:endParaRPr>
          </a:p>
        </p:txBody>
      </p:sp>
      <p:sp>
        <p:nvSpPr>
          <p:cNvPr id="28" name="TextBox 69">
            <a:extLst>
              <a:ext uri="{FF2B5EF4-FFF2-40B4-BE49-F238E27FC236}">
                <a16:creationId xmlns:a16="http://schemas.microsoft.com/office/drawing/2014/main" id="{10EFB1A6-6674-F3ED-7367-B073C6840821}"/>
              </a:ext>
            </a:extLst>
          </p:cNvPr>
          <p:cNvSpPr txBox="1"/>
          <p:nvPr/>
        </p:nvSpPr>
        <p:spPr>
          <a:xfrm>
            <a:off x="9446054" y="1469080"/>
            <a:ext cx="1482808" cy="92333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rtl="0">
              <a:defRPr lang="ko-K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err="1">
                <a:solidFill>
                  <a:schemeClr val="accent4"/>
                </a:solidFill>
              </a:rPr>
              <a:t>Real</a:t>
            </a:r>
            <a:r>
              <a:rPr lang="ko-KR" altLang="en-US">
                <a:solidFill>
                  <a:schemeClr val="accent4"/>
                </a:solidFill>
              </a:rPr>
              <a:t> : </a:t>
            </a:r>
            <a:endParaRPr lang="ko-KR" altLang="en-US">
              <a:solidFill>
                <a:schemeClr val="accent4"/>
              </a:solidFill>
              <a:cs typeface="Arial"/>
            </a:endParaRPr>
          </a:p>
          <a:p>
            <a:r>
              <a:rPr lang="ko-KR" altLang="en-US" err="1">
                <a:solidFill>
                  <a:schemeClr val="accent4"/>
                </a:solidFill>
              </a:rPr>
              <a:t>LocalTop</a:t>
            </a:r>
            <a:r>
              <a:rPr lang="ko-KR" altLang="en-US">
                <a:solidFill>
                  <a:schemeClr val="accent4"/>
                </a:solidFill>
              </a:rPr>
              <a:t> - 1</a:t>
            </a:r>
            <a:endParaRPr lang="ko-KR" altLang="en-US">
              <a:solidFill>
                <a:schemeClr val="accent4"/>
              </a:solidFill>
              <a:cs typeface="Arial"/>
            </a:endParaRPr>
          </a:p>
          <a:p>
            <a:r>
              <a:rPr lang="ko-KR" altLang="en-US" err="1">
                <a:solidFill>
                  <a:schemeClr val="accent4"/>
                </a:solidFill>
              </a:rPr>
              <a:t>NextTop</a:t>
            </a:r>
            <a:r>
              <a:rPr lang="ko-KR" altLang="en-US">
                <a:solidFill>
                  <a:schemeClr val="accent4"/>
                </a:solidFill>
              </a:rPr>
              <a:t> - 4</a:t>
            </a:r>
            <a:endParaRPr lang="ko-KR" altLang="en-US">
              <a:solidFill>
                <a:schemeClr val="accent4"/>
              </a:solidFill>
              <a:cs typeface="Arial"/>
            </a:endParaRPr>
          </a:p>
        </p:txBody>
      </p: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DDD342AC-5840-1213-6648-E7FFEBDB9DB6}"/>
              </a:ext>
            </a:extLst>
          </p:cNvPr>
          <p:cNvCxnSpPr>
            <a:cxnSpLocks/>
          </p:cNvCxnSpPr>
          <p:nvPr/>
        </p:nvCxnSpPr>
        <p:spPr>
          <a:xfrm>
            <a:off x="6198971" y="3871784"/>
            <a:ext cx="6867" cy="672754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7A462C18-454B-074B-6350-5FEDC798D2F3}"/>
              </a:ext>
            </a:extLst>
          </p:cNvPr>
          <p:cNvCxnSpPr>
            <a:cxnSpLocks/>
          </p:cNvCxnSpPr>
          <p:nvPr/>
        </p:nvCxnSpPr>
        <p:spPr>
          <a:xfrm>
            <a:off x="8745836" y="2237946"/>
            <a:ext cx="6867" cy="672754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44FF0064-3692-8DCF-9FE5-0252FA40404C}"/>
              </a:ext>
            </a:extLst>
          </p:cNvPr>
          <p:cNvCxnSpPr>
            <a:cxnSpLocks/>
          </p:cNvCxnSpPr>
          <p:nvPr/>
        </p:nvCxnSpPr>
        <p:spPr>
          <a:xfrm>
            <a:off x="8780160" y="3871784"/>
            <a:ext cx="6867" cy="672754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AAAAFE73-97DC-8F75-0C5E-559B41230824}"/>
              </a:ext>
            </a:extLst>
          </p:cNvPr>
          <p:cNvSpPr txBox="1"/>
          <p:nvPr/>
        </p:nvSpPr>
        <p:spPr>
          <a:xfrm>
            <a:off x="-7367" y="5309554"/>
            <a:ext cx="4251862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>
                <a:solidFill>
                  <a:schemeClr val="accent4"/>
                </a:solidFill>
                <a:ea typeface="+mn-lt"/>
                <a:cs typeface="+mn-lt"/>
              </a:rPr>
              <a:t>문제 재현 </a:t>
            </a:r>
          </a:p>
          <a:p>
            <a:pPr marL="285750" indent="-285750" algn="l">
              <a:buFont typeface="Calibri"/>
              <a:buChar char="-"/>
            </a:pPr>
            <a:r>
              <a:rPr lang="ko-KR">
                <a:solidFill>
                  <a:schemeClr val="accent4"/>
                </a:solidFill>
                <a:ea typeface="+mn-lt"/>
                <a:cs typeface="+mn-l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https://youtu.be/tbD-PNxHf5s</a:t>
            </a:r>
          </a:p>
          <a:p>
            <a:endParaRPr lang="ko-KR">
              <a:solidFill>
                <a:schemeClr val="accent4"/>
              </a:solidFill>
              <a:ea typeface="+mn-lt"/>
              <a:cs typeface="+mn-lt"/>
            </a:endParaRPr>
          </a:p>
          <a:p>
            <a:r>
              <a:rPr lang="ko-KR" altLang="en-US">
                <a:solidFill>
                  <a:schemeClr val="accent4"/>
                </a:solidFill>
                <a:ea typeface="+mn-lt"/>
                <a:cs typeface="+mn-lt"/>
              </a:rPr>
              <a:t>문제 해결</a:t>
            </a:r>
          </a:p>
          <a:p>
            <a:pPr marL="285750" indent="-285750">
              <a:buFont typeface="Calibri"/>
              <a:buChar char="-"/>
            </a:pPr>
            <a:r>
              <a:rPr lang="ko-KR">
                <a:solidFill>
                  <a:schemeClr val="accent4"/>
                </a:solidFill>
                <a:ea typeface="+mn-lt"/>
                <a:cs typeface="+mn-lt"/>
                <a:hlinkClick r:id="rId4"/>
              </a:rPr>
              <a:t>https://youtu.be/LjmOqV8cS9M</a:t>
            </a:r>
            <a:endParaRPr lang="ko-KR" altLang="en-US">
              <a:solidFill>
                <a:schemeClr val="accent4"/>
              </a:solidFill>
              <a:ea typeface="+mn-lt"/>
              <a:cs typeface="+mn-lt"/>
              <a:hlinkClick r:id="rId4"/>
            </a:endParaRPr>
          </a:p>
          <a:p>
            <a:pPr marL="285750" indent="-285750">
              <a:buFont typeface="Calibri"/>
              <a:buChar char="-"/>
            </a:pPr>
            <a:endParaRPr lang="ko-KR">
              <a:solidFill>
                <a:schemeClr val="accent4"/>
              </a:solidFill>
              <a:ea typeface="+mn-lt"/>
              <a:cs typeface="+mn-lt"/>
            </a:endParaRPr>
          </a:p>
        </p:txBody>
      </p:sp>
      <p:pic>
        <p:nvPicPr>
          <p:cNvPr id="4" name="그림 3" descr="폰트, 텍스트, 그래픽, 로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38B3490-8F35-E7D4-37BF-F3100F75719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429" y="-387"/>
            <a:ext cx="2410426" cy="570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81958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D57EA6-EE34-DBDB-8EC3-BB4669CBB5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5383F8-1CC2-2312-B132-72FE47342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047" y="1933067"/>
            <a:ext cx="5178715" cy="1072662"/>
          </a:xfrm>
        </p:spPr>
        <p:txBody>
          <a:bodyPr/>
          <a:lstStyle/>
          <a:p>
            <a:r>
              <a:rPr lang="en-US" sz="3600"/>
              <a:t>PAGE DECOMMIT </a:t>
            </a:r>
            <a:br>
              <a:rPr lang="en-US" altLang="ko-KR" sz="3600"/>
            </a:br>
            <a:r>
              <a:rPr lang="ko-KR" altLang="en-US" sz="3600"/>
              <a:t>원인</a:t>
            </a:r>
            <a:r>
              <a:rPr lang="en-US" sz="3600"/>
              <a:t> </a:t>
            </a:r>
            <a:r>
              <a:rPr lang="ko-KR" altLang="en-US" sz="3600"/>
              <a:t>및</a:t>
            </a:r>
            <a:r>
              <a:rPr lang="en-US" sz="3600"/>
              <a:t> </a:t>
            </a:r>
            <a:r>
              <a:rPr lang="ko-KR" altLang="en-US" sz="3600"/>
              <a:t>해결방법</a:t>
            </a:r>
            <a:endParaRPr lang="en-US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7992E783-A145-6669-6970-12082358137C}"/>
              </a:ext>
            </a:extLst>
          </p:cNvPr>
          <p:cNvSpPr txBox="1">
            <a:spLocks/>
          </p:cNvSpPr>
          <p:nvPr/>
        </p:nvSpPr>
        <p:spPr>
          <a:xfrm>
            <a:off x="-5526" y="3152367"/>
            <a:ext cx="4251960" cy="224959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000" kern="1200" cap="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buAutoNum type="arabicPeriod"/>
            </a:pPr>
            <a:r>
              <a:rPr lang="ko-KR" altLang="en-US" sz="1800">
                <a:cs typeface="Arial"/>
              </a:rPr>
              <a:t>원인</a:t>
            </a:r>
          </a:p>
          <a:p>
            <a:pPr marL="742950" lvl="1" indent="-285750">
              <a:lnSpc>
                <a:spcPct val="80000"/>
              </a:lnSpc>
              <a:spcBef>
                <a:spcPct val="0"/>
              </a:spcBef>
              <a:buFont typeface="Calibri"/>
              <a:buChar char="-"/>
            </a:pPr>
            <a:r>
              <a:rPr lang="ko-KR" altLang="en-US" sz="1600" cap="all" err="1">
                <a:solidFill>
                  <a:srgbClr val="3B4546"/>
                </a:solidFill>
                <a:cs typeface="Arial"/>
              </a:rPr>
              <a:t>힙이</a:t>
            </a:r>
            <a:r>
              <a:rPr lang="ko-KR" altLang="en-US" sz="1600" cap="all">
                <a:solidFill>
                  <a:srgbClr val="3B4546"/>
                </a:solidFill>
                <a:cs typeface="Arial"/>
              </a:rPr>
              <a:t> 반납한 노드가 있던 페이지를 </a:t>
            </a:r>
            <a:r>
              <a:rPr lang="ko-KR" altLang="en-US" sz="1600" cap="all" err="1">
                <a:solidFill>
                  <a:srgbClr val="3B4546"/>
                </a:solidFill>
                <a:cs typeface="Arial"/>
              </a:rPr>
              <a:t>힙이</a:t>
            </a:r>
            <a:r>
              <a:rPr lang="ko-KR" altLang="en-US" sz="1600" cap="all">
                <a:solidFill>
                  <a:srgbClr val="3B4546"/>
                </a:solidFill>
                <a:cs typeface="Arial"/>
              </a:rPr>
              <a:t> DECOMMIT 시킴</a:t>
            </a:r>
          </a:p>
          <a:p>
            <a:pPr marL="342900" indent="-342900">
              <a:buFontTx/>
              <a:buAutoNum type="arabicPeriod"/>
            </a:pPr>
            <a:endParaRPr lang="ko-KR" altLang="en-US" sz="1800" cap="all">
              <a:solidFill>
                <a:srgbClr val="3B4546"/>
              </a:solidFill>
              <a:cs typeface="Arial"/>
            </a:endParaRPr>
          </a:p>
          <a:p>
            <a:pPr marL="342900" indent="-342900">
              <a:buAutoNum type="arabicPeriod"/>
            </a:pPr>
            <a:r>
              <a:rPr lang="ko-KR" altLang="en-US" sz="1800">
                <a:cs typeface="Arial"/>
              </a:rPr>
              <a:t>해결방법</a:t>
            </a:r>
          </a:p>
          <a:p>
            <a:pPr marL="800100" lvl="1" indent="-342900">
              <a:lnSpc>
                <a:spcPct val="80000"/>
              </a:lnSpc>
              <a:spcBef>
                <a:spcPct val="0"/>
              </a:spcBef>
              <a:buFont typeface="Calibri"/>
              <a:buChar char="-"/>
            </a:pPr>
            <a:r>
              <a:rPr lang="ko-KR" altLang="en-US" sz="1600" cap="all">
                <a:solidFill>
                  <a:srgbClr val="3B4546"/>
                </a:solidFill>
                <a:cs typeface="Arial"/>
              </a:rPr>
              <a:t>메모리 관리 주체를 사용자가 하기</a:t>
            </a:r>
          </a:p>
          <a:p>
            <a:pPr marL="800100" lvl="1" indent="-342900">
              <a:lnSpc>
                <a:spcPct val="80000"/>
              </a:lnSpc>
              <a:spcBef>
                <a:spcPct val="0"/>
              </a:spcBef>
              <a:buFont typeface="Calibri"/>
              <a:buChar char="-"/>
            </a:pPr>
            <a:r>
              <a:rPr lang="ko-KR" altLang="en-US" sz="1600" cap="all">
                <a:solidFill>
                  <a:srgbClr val="3B4546"/>
                </a:solidFill>
                <a:cs typeface="Arial"/>
              </a:rPr>
              <a:t>메모리 풀 사용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7AD325B5-3443-22F5-A7E5-B69A4432CCA0}"/>
              </a:ext>
            </a:extLst>
          </p:cNvPr>
          <p:cNvSpPr/>
          <p:nvPr/>
        </p:nvSpPr>
        <p:spPr>
          <a:xfrm>
            <a:off x="5711568" y="1290594"/>
            <a:ext cx="981675" cy="961081"/>
          </a:xfrm>
          <a:prstGeom prst="roundRect">
            <a:avLst/>
          </a:prstGeom>
          <a:solidFill>
            <a:schemeClr val="accent6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rtl="0">
              <a:defRPr lang="ko-K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82C11F81-DECD-2508-80EA-BC19EB958175}"/>
              </a:ext>
            </a:extLst>
          </p:cNvPr>
          <p:cNvSpPr/>
          <p:nvPr/>
        </p:nvSpPr>
        <p:spPr>
          <a:xfrm>
            <a:off x="5711568" y="2924432"/>
            <a:ext cx="981675" cy="961081"/>
          </a:xfrm>
          <a:prstGeom prst="roundRect">
            <a:avLst/>
          </a:prstGeom>
          <a:solidFill>
            <a:schemeClr val="accent6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rtl="0">
              <a:defRPr lang="ko-K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F1923917-C23B-01F4-9522-857F8D630322}"/>
              </a:ext>
            </a:extLst>
          </p:cNvPr>
          <p:cNvSpPr/>
          <p:nvPr/>
        </p:nvSpPr>
        <p:spPr>
          <a:xfrm>
            <a:off x="5711568" y="4565134"/>
            <a:ext cx="981675" cy="961081"/>
          </a:xfrm>
          <a:prstGeom prst="roundRect">
            <a:avLst/>
          </a:prstGeom>
          <a:solidFill>
            <a:schemeClr val="accent6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rtl="0">
              <a:defRPr lang="ko-K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35471266-0CF9-A06F-02C3-8C8D6A45CC99}"/>
              </a:ext>
            </a:extLst>
          </p:cNvPr>
          <p:cNvCxnSpPr>
            <a:cxnSpLocks/>
          </p:cNvCxnSpPr>
          <p:nvPr/>
        </p:nvCxnSpPr>
        <p:spPr>
          <a:xfrm>
            <a:off x="6198971" y="2251676"/>
            <a:ext cx="6867" cy="672754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37">
            <a:extLst>
              <a:ext uri="{FF2B5EF4-FFF2-40B4-BE49-F238E27FC236}">
                <a16:creationId xmlns:a16="http://schemas.microsoft.com/office/drawing/2014/main" id="{86471AC5-79D3-05F3-D873-908FEC2A6EE2}"/>
              </a:ext>
            </a:extLst>
          </p:cNvPr>
          <p:cNvSpPr txBox="1"/>
          <p:nvPr/>
        </p:nvSpPr>
        <p:spPr>
          <a:xfrm>
            <a:off x="5773353" y="967946"/>
            <a:ext cx="1201350" cy="307777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rtl="0">
              <a:defRPr lang="ko-K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 sz="1400" err="1">
                <a:solidFill>
                  <a:schemeClr val="accent4"/>
                </a:solidFill>
                <a:latin typeface="Arial"/>
                <a:ea typeface="+mj-lt"/>
                <a:cs typeface="Arial"/>
              </a:rPr>
              <a:t>topNode</a:t>
            </a:r>
            <a:endParaRPr lang="ko-KR" altLang="en-US" sz="1400">
              <a:solidFill>
                <a:schemeClr val="accent4"/>
              </a:solidFill>
              <a:latin typeface="Arial"/>
              <a:ea typeface="+mj-lt"/>
              <a:cs typeface="Arial"/>
            </a:endParaRPr>
          </a:p>
        </p:txBody>
      </p:sp>
      <p:sp>
        <p:nvSpPr>
          <p:cNvPr id="13" name="TextBox 38">
            <a:extLst>
              <a:ext uri="{FF2B5EF4-FFF2-40B4-BE49-F238E27FC236}">
                <a16:creationId xmlns:a16="http://schemas.microsoft.com/office/drawing/2014/main" id="{BB46C6FB-420E-9CEF-3EC2-D8B2B46A9530}"/>
              </a:ext>
            </a:extLst>
          </p:cNvPr>
          <p:cNvSpPr txBox="1"/>
          <p:nvPr/>
        </p:nvSpPr>
        <p:spPr>
          <a:xfrm>
            <a:off x="6775622" y="1469080"/>
            <a:ext cx="1482808" cy="92333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rtl="0">
              <a:defRPr lang="ko-K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err="1">
                <a:solidFill>
                  <a:schemeClr val="accent4"/>
                </a:solidFill>
              </a:rPr>
              <a:t>Th</a:t>
            </a:r>
            <a:r>
              <a:rPr lang="ko-KR" altLang="en-US">
                <a:solidFill>
                  <a:schemeClr val="accent4"/>
                </a:solidFill>
              </a:rPr>
              <a:t> 1 : </a:t>
            </a:r>
            <a:endParaRPr lang="ko-KR" altLang="en-US">
              <a:solidFill>
                <a:schemeClr val="accent4"/>
              </a:solidFill>
              <a:cs typeface="Arial"/>
            </a:endParaRPr>
          </a:p>
          <a:p>
            <a:r>
              <a:rPr lang="ko-KR" altLang="en-US" err="1">
                <a:solidFill>
                  <a:schemeClr val="accent4"/>
                </a:solidFill>
              </a:rPr>
              <a:t>LocalTop</a:t>
            </a:r>
            <a:r>
              <a:rPr lang="ko-KR" altLang="en-US">
                <a:solidFill>
                  <a:schemeClr val="accent4"/>
                </a:solidFill>
              </a:rPr>
              <a:t> - 1</a:t>
            </a:r>
            <a:endParaRPr lang="ko-KR" altLang="en-US">
              <a:solidFill>
                <a:schemeClr val="accent4"/>
              </a:solidFill>
              <a:cs typeface="Arial"/>
            </a:endParaRPr>
          </a:p>
          <a:p>
            <a:r>
              <a:rPr lang="ko-KR" altLang="en-US" err="1">
                <a:solidFill>
                  <a:schemeClr val="accent4"/>
                </a:solidFill>
              </a:rPr>
              <a:t>NextTop</a:t>
            </a:r>
            <a:r>
              <a:rPr lang="ko-KR" altLang="en-US">
                <a:solidFill>
                  <a:schemeClr val="accent4"/>
                </a:solidFill>
              </a:rPr>
              <a:t> - 2</a:t>
            </a:r>
            <a:endParaRPr lang="ko-KR" altLang="en-US">
              <a:solidFill>
                <a:schemeClr val="accent4"/>
              </a:solidFill>
              <a:cs typeface="Arial"/>
            </a:endParaRPr>
          </a:p>
        </p:txBody>
      </p:sp>
      <p:sp>
        <p:nvSpPr>
          <p:cNvPr id="14" name="TextBox 39">
            <a:extLst>
              <a:ext uri="{FF2B5EF4-FFF2-40B4-BE49-F238E27FC236}">
                <a16:creationId xmlns:a16="http://schemas.microsoft.com/office/drawing/2014/main" id="{2AC7D1EB-484D-E84A-4B92-E28E86E4ECC3}"/>
              </a:ext>
            </a:extLst>
          </p:cNvPr>
          <p:cNvSpPr txBox="1"/>
          <p:nvPr/>
        </p:nvSpPr>
        <p:spPr>
          <a:xfrm>
            <a:off x="6034217" y="1585784"/>
            <a:ext cx="562918" cy="36933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rtl="0">
              <a:defRPr lang="ko-K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>
                <a:solidFill>
                  <a:schemeClr val="accent4"/>
                </a:solidFill>
              </a:rPr>
              <a:t>1</a:t>
            </a:r>
          </a:p>
        </p:txBody>
      </p:sp>
      <p:sp>
        <p:nvSpPr>
          <p:cNvPr id="15" name="TextBox 52">
            <a:extLst>
              <a:ext uri="{FF2B5EF4-FFF2-40B4-BE49-F238E27FC236}">
                <a16:creationId xmlns:a16="http://schemas.microsoft.com/office/drawing/2014/main" id="{6E3E58AB-9C64-CE35-E8F7-F4059A404C1A}"/>
              </a:ext>
            </a:extLst>
          </p:cNvPr>
          <p:cNvSpPr txBox="1"/>
          <p:nvPr/>
        </p:nvSpPr>
        <p:spPr>
          <a:xfrm>
            <a:off x="6034217" y="3219622"/>
            <a:ext cx="562918" cy="36933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rtl="0">
              <a:defRPr lang="ko-K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>
                <a:solidFill>
                  <a:schemeClr val="accent4"/>
                </a:solidFill>
              </a:rPr>
              <a:t>2</a:t>
            </a:r>
          </a:p>
        </p:txBody>
      </p:sp>
      <p:sp>
        <p:nvSpPr>
          <p:cNvPr id="16" name="TextBox 53">
            <a:extLst>
              <a:ext uri="{FF2B5EF4-FFF2-40B4-BE49-F238E27FC236}">
                <a16:creationId xmlns:a16="http://schemas.microsoft.com/office/drawing/2014/main" id="{DCDD7BD0-EDB5-F71C-7BF0-B30320A3AF58}"/>
              </a:ext>
            </a:extLst>
          </p:cNvPr>
          <p:cNvSpPr txBox="1"/>
          <p:nvPr/>
        </p:nvSpPr>
        <p:spPr>
          <a:xfrm>
            <a:off x="6034217" y="4860324"/>
            <a:ext cx="562918" cy="36933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rtl="0">
              <a:defRPr lang="ko-K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>
                <a:solidFill>
                  <a:schemeClr val="accent4"/>
                </a:solidFill>
              </a:rPr>
              <a:t>3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D1662D13-1944-EB66-0815-D070C72B0935}"/>
              </a:ext>
            </a:extLst>
          </p:cNvPr>
          <p:cNvSpPr/>
          <p:nvPr/>
        </p:nvSpPr>
        <p:spPr>
          <a:xfrm>
            <a:off x="6974703" y="5457567"/>
            <a:ext cx="981675" cy="961081"/>
          </a:xfrm>
          <a:prstGeom prst="roundRect">
            <a:avLst/>
          </a:prstGeom>
          <a:solidFill>
            <a:schemeClr val="accent6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rtl="0">
              <a:defRPr lang="ko-K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26" name="TextBox 63">
            <a:extLst>
              <a:ext uri="{FF2B5EF4-FFF2-40B4-BE49-F238E27FC236}">
                <a16:creationId xmlns:a16="http://schemas.microsoft.com/office/drawing/2014/main" id="{B5811472-1A24-A452-5034-7B733B814E46}"/>
              </a:ext>
            </a:extLst>
          </p:cNvPr>
          <p:cNvSpPr txBox="1"/>
          <p:nvPr/>
        </p:nvSpPr>
        <p:spPr>
          <a:xfrm>
            <a:off x="7297352" y="5752757"/>
            <a:ext cx="562918" cy="36933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rtl="0">
              <a:defRPr lang="ko-K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>
                <a:solidFill>
                  <a:schemeClr val="accent4"/>
                </a:solidFill>
              </a:rPr>
              <a:t>1</a:t>
            </a:r>
            <a:endParaRPr lang="ko-KR" altLang="en-US">
              <a:solidFill>
                <a:schemeClr val="accent4"/>
              </a:solidFill>
              <a:cs typeface="Arial"/>
            </a:endParaRPr>
          </a:p>
        </p:txBody>
      </p:sp>
      <p:sp>
        <p:nvSpPr>
          <p:cNvPr id="27" name="TextBox 64">
            <a:extLst>
              <a:ext uri="{FF2B5EF4-FFF2-40B4-BE49-F238E27FC236}">
                <a16:creationId xmlns:a16="http://schemas.microsoft.com/office/drawing/2014/main" id="{49410F83-A58D-4F77-6DBB-A5F061C927DA}"/>
              </a:ext>
            </a:extLst>
          </p:cNvPr>
          <p:cNvSpPr txBox="1"/>
          <p:nvPr/>
        </p:nvSpPr>
        <p:spPr>
          <a:xfrm>
            <a:off x="7173785" y="6047945"/>
            <a:ext cx="906161" cy="307777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rtl="0">
              <a:defRPr lang="ko-K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 sz="1400" err="1">
                <a:solidFill>
                  <a:schemeClr val="accent4"/>
                </a:solidFill>
                <a:latin typeface="Malgun Gothic"/>
                <a:ea typeface="Malgun Gothic"/>
              </a:rPr>
              <a:t>Heap</a:t>
            </a:r>
            <a:endParaRPr lang="ko-KR" altLang="en-US" sz="1400">
              <a:solidFill>
                <a:schemeClr val="accent4"/>
              </a:solidFill>
              <a:latin typeface="Malgun Gothic"/>
              <a:ea typeface="Malgun Gothic"/>
            </a:endParaRPr>
          </a:p>
        </p:txBody>
      </p: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876210C2-7CD8-EEDB-BB07-578C556C7FA5}"/>
              </a:ext>
            </a:extLst>
          </p:cNvPr>
          <p:cNvCxnSpPr>
            <a:cxnSpLocks/>
          </p:cNvCxnSpPr>
          <p:nvPr/>
        </p:nvCxnSpPr>
        <p:spPr>
          <a:xfrm>
            <a:off x="6198971" y="3871784"/>
            <a:ext cx="6867" cy="672754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7ABD1DB9-6B45-ED45-E67A-188D673FB649}"/>
              </a:ext>
            </a:extLst>
          </p:cNvPr>
          <p:cNvSpPr txBox="1"/>
          <p:nvPr/>
        </p:nvSpPr>
        <p:spPr>
          <a:xfrm>
            <a:off x="-7367" y="5309554"/>
            <a:ext cx="4251862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>
                <a:solidFill>
                  <a:schemeClr val="accent4"/>
                </a:solidFill>
                <a:ea typeface="+mn-lt"/>
                <a:cs typeface="+mn-lt"/>
              </a:rPr>
              <a:t>문제 재현 </a:t>
            </a:r>
          </a:p>
          <a:p>
            <a:pPr marL="285750" indent="-285750" algn="l">
              <a:buFont typeface="Calibri"/>
              <a:buChar char="-"/>
            </a:pPr>
            <a:r>
              <a:rPr lang="ko-KR">
                <a:solidFill>
                  <a:schemeClr val="accent4"/>
                </a:solidFill>
                <a:ea typeface="+mn-lt"/>
                <a:cs typeface="+mn-lt"/>
              </a:rPr>
              <a:t>https://youtu.be/</a:t>
            </a:r>
            <a:r>
              <a:rPr lang="en-US" altLang="ko-KR">
                <a:solidFill>
                  <a:schemeClr val="accent4"/>
                </a:solidFill>
                <a:ea typeface="+mn-lt"/>
                <a:cs typeface="+mn-lt"/>
              </a:rPr>
              <a:t>tFWJiXKYj5Y</a:t>
            </a:r>
            <a:endParaRPr lang="ko-KR">
              <a:solidFill>
                <a:schemeClr val="accent4"/>
              </a:solidFill>
              <a:ea typeface="+mn-lt"/>
              <a:cs typeface="+mn-lt"/>
            </a:endParaRPr>
          </a:p>
          <a:p>
            <a:endParaRPr lang="ko-KR">
              <a:solidFill>
                <a:schemeClr val="accent4"/>
              </a:solidFill>
              <a:ea typeface="+mn-lt"/>
              <a:cs typeface="+mn-lt"/>
            </a:endParaRPr>
          </a:p>
          <a:p>
            <a:r>
              <a:rPr lang="ko-KR" altLang="en-US">
                <a:solidFill>
                  <a:schemeClr val="accent4"/>
                </a:solidFill>
                <a:ea typeface="+mn-lt"/>
                <a:cs typeface="+mn-lt"/>
              </a:rPr>
              <a:t>문제 해결</a:t>
            </a:r>
          </a:p>
          <a:p>
            <a:pPr marL="285750" indent="-285750">
              <a:buFont typeface="Calibri"/>
              <a:buChar char="-"/>
            </a:pPr>
            <a:r>
              <a:rPr lang="ko-KR">
                <a:solidFill>
                  <a:schemeClr val="accent4"/>
                </a:solidFill>
                <a:ea typeface="+mn-lt"/>
                <a:cs typeface="+mn-lt"/>
              </a:rPr>
              <a:t>https://youtu.be/</a:t>
            </a:r>
            <a:r>
              <a:rPr lang="en-US" altLang="ko-KR">
                <a:solidFill>
                  <a:schemeClr val="accent4"/>
                </a:solidFill>
                <a:ea typeface="+mn-lt"/>
                <a:cs typeface="+mn-lt"/>
              </a:rPr>
              <a:t>pd9q8vR92S4</a:t>
            </a:r>
            <a:endParaRPr lang="ko-KR" altLang="en-US">
              <a:solidFill>
                <a:schemeClr val="accent4"/>
              </a:solidFill>
              <a:ea typeface="+mn-lt"/>
              <a:cs typeface="+mn-lt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285750" indent="-285750">
              <a:buFont typeface="Calibri"/>
              <a:buChar char="-"/>
            </a:pPr>
            <a:endParaRPr lang="ko-KR">
              <a:solidFill>
                <a:schemeClr val="accent4"/>
              </a:solidFill>
              <a:ea typeface="+mn-lt"/>
              <a:cs typeface="+mn-lt"/>
            </a:endParaRPr>
          </a:p>
        </p:txBody>
      </p:sp>
      <p:pic>
        <p:nvPicPr>
          <p:cNvPr id="4" name="그림 3" descr="폰트, 텍스트, 그래픽, 로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0ADF764-9C6D-ED20-CB6F-F5E883100A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29" y="-387"/>
            <a:ext cx="2410426" cy="570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523847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829640-CF2C-C8B6-F85F-2DBADAD855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9870E5-73C5-1620-A575-0B9E5EA947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047" y="1933067"/>
            <a:ext cx="4453886" cy="1078857"/>
          </a:xfrm>
        </p:spPr>
        <p:txBody>
          <a:bodyPr/>
          <a:lstStyle/>
          <a:p>
            <a:r>
              <a:rPr lang="en-US" sz="3600"/>
              <a:t>2ND CAS </a:t>
            </a:r>
            <a:r>
              <a:rPr lang="en-US" altLang="ko-KR" sz="3600"/>
              <a:t>FAIL</a:t>
            </a:r>
            <a:r>
              <a:rPr lang="en-US" sz="3600"/>
              <a:t> </a:t>
            </a:r>
            <a:br>
              <a:rPr lang="en-US" altLang="ko-KR" sz="3600"/>
            </a:br>
            <a:r>
              <a:rPr lang="ko-KR" altLang="en-US" sz="3600"/>
              <a:t>원인</a:t>
            </a:r>
            <a:r>
              <a:rPr lang="en-US" sz="3600"/>
              <a:t> </a:t>
            </a:r>
            <a:r>
              <a:rPr lang="ko-KR" altLang="en-US" sz="3600"/>
              <a:t>및</a:t>
            </a:r>
            <a:r>
              <a:rPr lang="en-US" sz="3600"/>
              <a:t> </a:t>
            </a:r>
            <a:r>
              <a:rPr lang="ko-KR" altLang="en-US" sz="3600"/>
              <a:t>해결방법</a:t>
            </a:r>
            <a:endParaRPr lang="en-US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44E5442E-79AB-8DC1-FDD3-5B89536740B0}"/>
              </a:ext>
            </a:extLst>
          </p:cNvPr>
          <p:cNvSpPr txBox="1">
            <a:spLocks/>
          </p:cNvSpPr>
          <p:nvPr/>
        </p:nvSpPr>
        <p:spPr>
          <a:xfrm>
            <a:off x="-5526" y="3152367"/>
            <a:ext cx="4251960" cy="224959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000" kern="1200" cap="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buAutoNum type="arabicPeriod"/>
            </a:pPr>
            <a:r>
              <a:rPr lang="ko-KR" altLang="en-US" sz="1800">
                <a:cs typeface="Arial"/>
              </a:rPr>
              <a:t>원인</a:t>
            </a:r>
          </a:p>
          <a:p>
            <a:pPr marL="742950" lvl="1" indent="-285750">
              <a:buFont typeface="Calibri"/>
              <a:buChar char="-"/>
            </a:pPr>
            <a:r>
              <a:rPr lang="ko-KR" altLang="en-US" sz="1600" cap="all">
                <a:solidFill>
                  <a:srgbClr val="3B4546"/>
                </a:solidFill>
                <a:cs typeface="Arial"/>
              </a:rPr>
              <a:t>1ST </a:t>
            </a:r>
            <a:r>
              <a:rPr lang="ko-KR" altLang="en-US" sz="1600" cap="all" err="1">
                <a:solidFill>
                  <a:srgbClr val="3B4546"/>
                </a:solidFill>
                <a:cs typeface="Arial"/>
              </a:rPr>
              <a:t>CAS는</a:t>
            </a:r>
            <a:r>
              <a:rPr lang="ko-KR" altLang="en-US" sz="1600" cap="all">
                <a:solidFill>
                  <a:srgbClr val="3B4546"/>
                </a:solidFill>
                <a:cs typeface="Arial"/>
              </a:rPr>
              <a:t> </a:t>
            </a:r>
            <a:r>
              <a:rPr lang="ko-KR" altLang="en-US" sz="1600" cap="all" err="1">
                <a:solidFill>
                  <a:srgbClr val="3B4546"/>
                </a:solidFill>
                <a:cs typeface="Arial"/>
              </a:rPr>
              <a:t>TAIL이</a:t>
            </a:r>
            <a:r>
              <a:rPr lang="ko-KR" altLang="en-US" sz="1600" cap="all">
                <a:solidFill>
                  <a:srgbClr val="3B4546"/>
                </a:solidFill>
                <a:cs typeface="Arial"/>
              </a:rPr>
              <a:t> 가리키는 NEXT 멤버변수가 </a:t>
            </a:r>
            <a:r>
              <a:rPr lang="ko-KR" altLang="en-US" sz="1600" cap="all" err="1">
                <a:solidFill>
                  <a:srgbClr val="3B4546"/>
                </a:solidFill>
                <a:cs typeface="Arial"/>
              </a:rPr>
              <a:t>NULLPTR인지를</a:t>
            </a:r>
            <a:r>
              <a:rPr lang="ko-KR" altLang="en-US" sz="1600" cap="all">
                <a:solidFill>
                  <a:srgbClr val="3B4546"/>
                </a:solidFill>
                <a:cs typeface="Arial"/>
              </a:rPr>
              <a:t> 체크하지 </a:t>
            </a:r>
            <a:r>
              <a:rPr lang="ko-KR" altLang="en-US" sz="1600" cap="all" err="1">
                <a:solidFill>
                  <a:srgbClr val="3B4546"/>
                </a:solidFill>
                <a:cs typeface="Arial"/>
              </a:rPr>
              <a:t>LOCALTAIL이</a:t>
            </a:r>
            <a:r>
              <a:rPr lang="ko-KR" altLang="en-US" sz="1600" cap="all">
                <a:solidFill>
                  <a:srgbClr val="3B4546"/>
                </a:solidFill>
                <a:cs typeface="Arial"/>
              </a:rPr>
              <a:t> 실제 </a:t>
            </a:r>
            <a:r>
              <a:rPr lang="ko-KR" altLang="en-US" sz="1600" cap="all" err="1">
                <a:solidFill>
                  <a:srgbClr val="3B4546"/>
                </a:solidFill>
                <a:cs typeface="Arial"/>
              </a:rPr>
              <a:t>TAIL임을</a:t>
            </a:r>
            <a:r>
              <a:rPr lang="ko-KR" altLang="en-US" sz="1600" cap="all">
                <a:solidFill>
                  <a:srgbClr val="3B4546"/>
                </a:solidFill>
                <a:cs typeface="Arial"/>
              </a:rPr>
              <a:t> 보장하지 않음.</a:t>
            </a:r>
          </a:p>
          <a:p>
            <a:pPr marL="342900" indent="-342900">
              <a:lnSpc>
                <a:spcPct val="80000"/>
              </a:lnSpc>
              <a:spcBef>
                <a:spcPct val="0"/>
              </a:spcBef>
              <a:buFontTx/>
              <a:buAutoNum type="arabicPeriod"/>
            </a:pPr>
            <a:endParaRPr lang="ko-KR" altLang="en-US" sz="1800" cap="all">
              <a:solidFill>
                <a:srgbClr val="3B4546"/>
              </a:solidFill>
              <a:cs typeface="Arial"/>
            </a:endParaRPr>
          </a:p>
          <a:p>
            <a:pPr marL="342900" indent="-342900">
              <a:buAutoNum type="arabicPeriod"/>
            </a:pPr>
            <a:r>
              <a:rPr lang="ko-KR" altLang="en-US" sz="1800">
                <a:cs typeface="Arial"/>
              </a:rPr>
              <a:t>해결방법</a:t>
            </a:r>
          </a:p>
          <a:p>
            <a:pPr marL="800100" lvl="1" indent="-342900">
              <a:lnSpc>
                <a:spcPct val="80000"/>
              </a:lnSpc>
              <a:spcBef>
                <a:spcPct val="0"/>
              </a:spcBef>
              <a:buFont typeface="Calibri"/>
              <a:buChar char="-"/>
            </a:pPr>
            <a:r>
              <a:rPr lang="ko-KR" altLang="en-US" sz="1600" cap="all">
                <a:solidFill>
                  <a:srgbClr val="3B4546"/>
                </a:solidFill>
                <a:cs typeface="Arial"/>
              </a:rPr>
              <a:t>2ND CAS 실패 결과 보정. </a:t>
            </a:r>
          </a:p>
          <a:p>
            <a:pPr marL="800100" lvl="1" indent="-342900">
              <a:lnSpc>
                <a:spcPct val="80000"/>
              </a:lnSpc>
              <a:spcBef>
                <a:spcPct val="0"/>
              </a:spcBef>
              <a:buFont typeface="Calibri"/>
              <a:buChar char="-"/>
            </a:pPr>
            <a:r>
              <a:rPr lang="ko-KR" altLang="en-US" sz="1600" cap="all">
                <a:solidFill>
                  <a:srgbClr val="3B4546"/>
                </a:solidFill>
                <a:cs typeface="Arial"/>
              </a:rPr>
              <a:t>ENQ, DEQ </a:t>
            </a:r>
            <a:r>
              <a:rPr lang="ko-KR" altLang="en-US" sz="1600" cap="all" err="1">
                <a:solidFill>
                  <a:srgbClr val="3B4546"/>
                </a:solidFill>
                <a:cs typeface="Arial"/>
              </a:rPr>
              <a:t>진입시</a:t>
            </a:r>
            <a:r>
              <a:rPr lang="ko-KR" altLang="en-US" sz="1600" cap="all">
                <a:solidFill>
                  <a:srgbClr val="3B4546"/>
                </a:solidFill>
                <a:cs typeface="Arial"/>
              </a:rPr>
              <a:t> TAIL 밀어주기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7ABE57A-BAF7-38AB-4CDF-D7C7FB292FD5}"/>
              </a:ext>
            </a:extLst>
          </p:cNvPr>
          <p:cNvSpPr txBox="1"/>
          <p:nvPr/>
        </p:nvSpPr>
        <p:spPr>
          <a:xfrm>
            <a:off x="-7367" y="5309554"/>
            <a:ext cx="4251862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>
                <a:solidFill>
                  <a:schemeClr val="accent4"/>
                </a:solidFill>
                <a:ea typeface="+mn-lt"/>
                <a:cs typeface="+mn-lt"/>
              </a:rPr>
              <a:t>문제 재현 </a:t>
            </a:r>
          </a:p>
          <a:p>
            <a:pPr marL="285750" indent="-285750" algn="l">
              <a:buFont typeface="Calibri"/>
              <a:buChar char="-"/>
            </a:pPr>
            <a:r>
              <a:rPr lang="ko-KR">
                <a:solidFill>
                  <a:schemeClr val="accent4"/>
                </a:solidFill>
                <a:ea typeface="+mn-lt"/>
                <a:cs typeface="+mn-lt"/>
              </a:rPr>
              <a:t>https://youtu.be/</a:t>
            </a:r>
            <a:r>
              <a:rPr lang="en-US" altLang="ko-KR">
                <a:solidFill>
                  <a:schemeClr val="accent4"/>
                </a:solidFill>
                <a:ea typeface="+mn-lt"/>
                <a:cs typeface="+mn-lt"/>
              </a:rPr>
              <a:t>tFWJiXKYj5Y</a:t>
            </a:r>
            <a:endParaRPr lang="ko-KR">
              <a:solidFill>
                <a:schemeClr val="accent4"/>
              </a:solidFill>
              <a:ea typeface="+mn-lt"/>
              <a:cs typeface="+mn-lt"/>
            </a:endParaRPr>
          </a:p>
          <a:p>
            <a:endParaRPr lang="ko-KR">
              <a:solidFill>
                <a:schemeClr val="accent4"/>
              </a:solidFill>
              <a:ea typeface="+mn-lt"/>
              <a:cs typeface="+mn-lt"/>
            </a:endParaRPr>
          </a:p>
          <a:p>
            <a:r>
              <a:rPr lang="ko-KR" altLang="en-US">
                <a:solidFill>
                  <a:schemeClr val="accent4"/>
                </a:solidFill>
                <a:ea typeface="+mn-lt"/>
                <a:cs typeface="+mn-lt"/>
              </a:rPr>
              <a:t>문제 해결</a:t>
            </a:r>
          </a:p>
          <a:p>
            <a:pPr marL="285750" indent="-285750">
              <a:buFont typeface="Calibri"/>
              <a:buChar char="-"/>
            </a:pPr>
            <a:r>
              <a:rPr lang="ko-KR">
                <a:solidFill>
                  <a:schemeClr val="accent4"/>
                </a:solidFill>
                <a:ea typeface="+mn-lt"/>
                <a:cs typeface="+mn-lt"/>
              </a:rPr>
              <a:t>https://youtu.be/</a:t>
            </a:r>
            <a:r>
              <a:rPr lang="en-US" altLang="ko-KR">
                <a:solidFill>
                  <a:schemeClr val="accent4"/>
                </a:solidFill>
                <a:ea typeface="+mn-lt"/>
                <a:cs typeface="+mn-lt"/>
              </a:rPr>
              <a:t>pd9q8vR92S4</a:t>
            </a:r>
            <a:endParaRPr lang="ko-KR" altLang="en-US">
              <a:solidFill>
                <a:schemeClr val="accent4"/>
              </a:solidFill>
              <a:ea typeface="+mn-lt"/>
              <a:cs typeface="+mn-lt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285750" indent="-285750">
              <a:buFont typeface="Calibri"/>
              <a:buChar char="-"/>
            </a:pPr>
            <a:endParaRPr lang="ko-KR">
              <a:solidFill>
                <a:schemeClr val="accent4"/>
              </a:solidFill>
              <a:ea typeface="+mn-lt"/>
              <a:cs typeface="+mn-lt"/>
            </a:endParaRP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ABF238EC-6B69-9C80-2417-247E9F81BD41}"/>
              </a:ext>
            </a:extLst>
          </p:cNvPr>
          <p:cNvGrpSpPr/>
          <p:nvPr/>
        </p:nvGrpSpPr>
        <p:grpSpPr>
          <a:xfrm>
            <a:off x="5206916" y="397827"/>
            <a:ext cx="981675" cy="961081"/>
            <a:chOff x="145502" y="1531534"/>
            <a:chExt cx="981675" cy="961081"/>
          </a:xfrm>
        </p:grpSpPr>
        <p:sp>
          <p:nvSpPr>
            <p:cNvPr id="36" name="사각형: 둥근 모서리 35">
              <a:extLst>
                <a:ext uri="{FF2B5EF4-FFF2-40B4-BE49-F238E27FC236}">
                  <a16:creationId xmlns:a16="http://schemas.microsoft.com/office/drawing/2014/main" id="{2190591A-8ABB-2E46-4DC9-73C1FBF9EEDC}"/>
                </a:ext>
              </a:extLst>
            </p:cNvPr>
            <p:cNvSpPr/>
            <p:nvPr/>
          </p:nvSpPr>
          <p:spPr>
            <a:xfrm>
              <a:off x="145502" y="1531534"/>
              <a:ext cx="981675" cy="961081"/>
            </a:xfrm>
            <a:prstGeom prst="round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 rtl="0">
                <a:defRPr lang="ko-KR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37" name="TextBox 39">
              <a:extLst>
                <a:ext uri="{FF2B5EF4-FFF2-40B4-BE49-F238E27FC236}">
                  <a16:creationId xmlns:a16="http://schemas.microsoft.com/office/drawing/2014/main" id="{4EA01949-93D1-DC06-21AD-8AF357AC541D}"/>
                </a:ext>
              </a:extLst>
            </p:cNvPr>
            <p:cNvSpPr txBox="1"/>
            <p:nvPr/>
          </p:nvSpPr>
          <p:spPr>
            <a:xfrm>
              <a:off x="468151" y="1826724"/>
              <a:ext cx="562918" cy="369332"/>
            </a:xfrm>
            <a:prstGeom prst="rect">
              <a:avLst/>
            </a:prstGeom>
            <a:noFill/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>
              <a:defPPr rtl="0">
                <a:defRPr lang="ko-K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ko-KR" altLang="en-US">
                  <a:solidFill>
                    <a:schemeClr val="accent4"/>
                  </a:solidFill>
                </a:rPr>
                <a:t>1</a:t>
              </a:r>
            </a:p>
          </p:txBody>
        </p: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8A65258F-E1B2-9E83-7E45-6103300790D1}"/>
              </a:ext>
            </a:extLst>
          </p:cNvPr>
          <p:cNvGrpSpPr/>
          <p:nvPr/>
        </p:nvGrpSpPr>
        <p:grpSpPr>
          <a:xfrm>
            <a:off x="6749501" y="396153"/>
            <a:ext cx="981675" cy="961081"/>
            <a:chOff x="1688087" y="1529860"/>
            <a:chExt cx="981675" cy="961081"/>
          </a:xfrm>
        </p:grpSpPr>
        <p:sp>
          <p:nvSpPr>
            <p:cNvPr id="34" name="사각형: 둥근 모서리 33">
              <a:extLst>
                <a:ext uri="{FF2B5EF4-FFF2-40B4-BE49-F238E27FC236}">
                  <a16:creationId xmlns:a16="http://schemas.microsoft.com/office/drawing/2014/main" id="{86F9EDBC-8BCD-BCF5-A40B-216857E80115}"/>
                </a:ext>
              </a:extLst>
            </p:cNvPr>
            <p:cNvSpPr/>
            <p:nvPr/>
          </p:nvSpPr>
          <p:spPr>
            <a:xfrm>
              <a:off x="1688087" y="1529860"/>
              <a:ext cx="981675" cy="961081"/>
            </a:xfrm>
            <a:prstGeom prst="round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 rtl="0">
                <a:defRPr lang="ko-KR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35" name="TextBox 52">
              <a:extLst>
                <a:ext uri="{FF2B5EF4-FFF2-40B4-BE49-F238E27FC236}">
                  <a16:creationId xmlns:a16="http://schemas.microsoft.com/office/drawing/2014/main" id="{5D408253-42D8-9DF2-EB90-3C43B284BB4A}"/>
                </a:ext>
              </a:extLst>
            </p:cNvPr>
            <p:cNvSpPr txBox="1"/>
            <p:nvPr/>
          </p:nvSpPr>
          <p:spPr>
            <a:xfrm>
              <a:off x="2010736" y="1825050"/>
              <a:ext cx="562918" cy="369332"/>
            </a:xfrm>
            <a:prstGeom prst="rect">
              <a:avLst/>
            </a:prstGeom>
            <a:noFill/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>
              <a:defPPr rtl="0">
                <a:defRPr lang="ko-K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ko-KR" altLang="en-US">
                  <a:solidFill>
                    <a:schemeClr val="accent4"/>
                  </a:solidFill>
                </a:rPr>
                <a:t>2</a:t>
              </a:r>
            </a:p>
          </p:txBody>
        </p: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4EE4E3FD-16E5-57A6-A1F7-7015691F14B9}"/>
              </a:ext>
            </a:extLst>
          </p:cNvPr>
          <p:cNvGrpSpPr/>
          <p:nvPr/>
        </p:nvGrpSpPr>
        <p:grpSpPr>
          <a:xfrm>
            <a:off x="8292087" y="395147"/>
            <a:ext cx="981675" cy="961081"/>
            <a:chOff x="3230673" y="1528854"/>
            <a:chExt cx="981675" cy="961081"/>
          </a:xfrm>
        </p:grpSpPr>
        <p:sp>
          <p:nvSpPr>
            <p:cNvPr id="32" name="사각형: 둥근 모서리 31">
              <a:extLst>
                <a:ext uri="{FF2B5EF4-FFF2-40B4-BE49-F238E27FC236}">
                  <a16:creationId xmlns:a16="http://schemas.microsoft.com/office/drawing/2014/main" id="{26221A17-1DD3-AE66-B2AB-31983AEB7502}"/>
                </a:ext>
              </a:extLst>
            </p:cNvPr>
            <p:cNvSpPr/>
            <p:nvPr/>
          </p:nvSpPr>
          <p:spPr>
            <a:xfrm>
              <a:off x="3230673" y="1528854"/>
              <a:ext cx="981675" cy="961081"/>
            </a:xfrm>
            <a:prstGeom prst="round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 rtl="0">
                <a:defRPr lang="ko-KR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33" name="TextBox 53">
              <a:extLst>
                <a:ext uri="{FF2B5EF4-FFF2-40B4-BE49-F238E27FC236}">
                  <a16:creationId xmlns:a16="http://schemas.microsoft.com/office/drawing/2014/main" id="{B0225ED3-AD96-E63C-9AF0-93EF945C42CE}"/>
                </a:ext>
              </a:extLst>
            </p:cNvPr>
            <p:cNvSpPr txBox="1"/>
            <p:nvPr/>
          </p:nvSpPr>
          <p:spPr>
            <a:xfrm>
              <a:off x="3565712" y="1849327"/>
              <a:ext cx="562918" cy="369332"/>
            </a:xfrm>
            <a:prstGeom prst="rect">
              <a:avLst/>
            </a:prstGeom>
            <a:noFill/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>
              <a:defPPr rtl="0">
                <a:defRPr lang="ko-K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ko-KR" altLang="en-US">
                  <a:solidFill>
                    <a:schemeClr val="accent4"/>
                  </a:solidFill>
                </a:rPr>
                <a:t>3</a:t>
              </a:r>
            </a:p>
          </p:txBody>
        </p:sp>
      </p:grpSp>
      <p:sp>
        <p:nvSpPr>
          <p:cNvPr id="22" name="TextBox 6">
            <a:extLst>
              <a:ext uri="{FF2B5EF4-FFF2-40B4-BE49-F238E27FC236}">
                <a16:creationId xmlns:a16="http://schemas.microsoft.com/office/drawing/2014/main" id="{481FABCB-8B20-DE17-1E33-7CC0B458CC45}"/>
              </a:ext>
            </a:extLst>
          </p:cNvPr>
          <p:cNvSpPr txBox="1"/>
          <p:nvPr/>
        </p:nvSpPr>
        <p:spPr>
          <a:xfrm>
            <a:off x="9769707" y="696198"/>
            <a:ext cx="919891" cy="36933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rtl="0">
              <a:defRPr lang="ko-K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 err="1">
                <a:solidFill>
                  <a:schemeClr val="accent4"/>
                </a:solidFill>
              </a:rPr>
              <a:t>nullptr</a:t>
            </a:r>
            <a:endParaRPr lang="ko-KR" altLang="en-US">
              <a:solidFill>
                <a:schemeClr val="accent4"/>
              </a:solidFill>
              <a:cs typeface="Arial"/>
            </a:endParaRPr>
          </a:p>
        </p:txBody>
      </p:sp>
      <p:sp>
        <p:nvSpPr>
          <p:cNvPr id="23" name="TextBox 7">
            <a:extLst>
              <a:ext uri="{FF2B5EF4-FFF2-40B4-BE49-F238E27FC236}">
                <a16:creationId xmlns:a16="http://schemas.microsoft.com/office/drawing/2014/main" id="{AEA15CC7-C4DC-152F-0D80-A36E0B7D6421}"/>
              </a:ext>
            </a:extLst>
          </p:cNvPr>
          <p:cNvSpPr txBox="1"/>
          <p:nvPr/>
        </p:nvSpPr>
        <p:spPr>
          <a:xfrm>
            <a:off x="8377143" y="1516131"/>
            <a:ext cx="2141837" cy="92333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rtl="0">
              <a:defRPr lang="ko-K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err="1">
                <a:solidFill>
                  <a:schemeClr val="accent4"/>
                </a:solidFill>
              </a:rPr>
              <a:t>Th</a:t>
            </a:r>
            <a:r>
              <a:rPr lang="ko-KR" altLang="en-US">
                <a:solidFill>
                  <a:schemeClr val="accent4"/>
                </a:solidFill>
              </a:rPr>
              <a:t> : 1</a:t>
            </a:r>
            <a:endParaRPr lang="ko-KR" altLang="en-US">
              <a:solidFill>
                <a:schemeClr val="accent4"/>
              </a:solidFill>
              <a:cs typeface="Arial"/>
            </a:endParaRPr>
          </a:p>
          <a:p>
            <a:r>
              <a:rPr lang="ko-KR" altLang="en-US" err="1">
                <a:solidFill>
                  <a:schemeClr val="accent4"/>
                </a:solidFill>
              </a:rPr>
              <a:t>LocalTail</a:t>
            </a:r>
            <a:r>
              <a:rPr lang="ko-KR" altLang="en-US">
                <a:solidFill>
                  <a:schemeClr val="accent4"/>
                </a:solidFill>
              </a:rPr>
              <a:t> : 3</a:t>
            </a:r>
            <a:endParaRPr lang="ko-KR" altLang="en-US">
              <a:solidFill>
                <a:schemeClr val="accent4"/>
              </a:solidFill>
              <a:cs typeface="Arial"/>
            </a:endParaRPr>
          </a:p>
          <a:p>
            <a:endParaRPr lang="ko-KR" altLang="en-US"/>
          </a:p>
        </p:txBody>
      </p:sp>
      <p:sp>
        <p:nvSpPr>
          <p:cNvPr id="24" name="TextBox 59">
            <a:extLst>
              <a:ext uri="{FF2B5EF4-FFF2-40B4-BE49-F238E27FC236}">
                <a16:creationId xmlns:a16="http://schemas.microsoft.com/office/drawing/2014/main" id="{12F4D3B0-2170-E414-C602-A0DA757FA987}"/>
              </a:ext>
            </a:extLst>
          </p:cNvPr>
          <p:cNvSpPr txBox="1"/>
          <p:nvPr/>
        </p:nvSpPr>
        <p:spPr>
          <a:xfrm>
            <a:off x="8552113" y="984354"/>
            <a:ext cx="892432" cy="36933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rtl="0">
              <a:defRPr lang="ko-K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 err="1">
                <a:solidFill>
                  <a:schemeClr val="accent4"/>
                </a:solidFill>
              </a:rPr>
              <a:t>tail</a:t>
            </a:r>
            <a:endParaRPr lang="ko-KR" altLang="en-US">
              <a:solidFill>
                <a:schemeClr val="accent4"/>
              </a:solidFill>
              <a:cs typeface="Arial"/>
            </a:endParaRPr>
          </a:p>
        </p:txBody>
      </p: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3B10024E-F637-2F89-C096-83FF175AF36E}"/>
              </a:ext>
            </a:extLst>
          </p:cNvPr>
          <p:cNvGrpSpPr/>
          <p:nvPr/>
        </p:nvGrpSpPr>
        <p:grpSpPr>
          <a:xfrm>
            <a:off x="8260107" y="2169967"/>
            <a:ext cx="1188625" cy="961081"/>
            <a:chOff x="3198692" y="3303674"/>
            <a:chExt cx="1188625" cy="961081"/>
          </a:xfrm>
        </p:grpSpPr>
        <p:sp>
          <p:nvSpPr>
            <p:cNvPr id="30" name="사각형: 둥근 모서리 29">
              <a:extLst>
                <a:ext uri="{FF2B5EF4-FFF2-40B4-BE49-F238E27FC236}">
                  <a16:creationId xmlns:a16="http://schemas.microsoft.com/office/drawing/2014/main" id="{00A83DFA-BAB0-4F13-5FBB-101F93CCB716}"/>
                </a:ext>
              </a:extLst>
            </p:cNvPr>
            <p:cNvSpPr/>
            <p:nvPr/>
          </p:nvSpPr>
          <p:spPr>
            <a:xfrm>
              <a:off x="3216942" y="3303674"/>
              <a:ext cx="981675" cy="961081"/>
            </a:xfrm>
            <a:prstGeom prst="round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 rtl="0">
                <a:defRPr lang="ko-KR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31" name="TextBox 12">
              <a:extLst>
                <a:ext uri="{FF2B5EF4-FFF2-40B4-BE49-F238E27FC236}">
                  <a16:creationId xmlns:a16="http://schemas.microsoft.com/office/drawing/2014/main" id="{D6765277-05F8-B7DE-58F0-580F218AFF1C}"/>
                </a:ext>
              </a:extLst>
            </p:cNvPr>
            <p:cNvSpPr txBox="1"/>
            <p:nvPr/>
          </p:nvSpPr>
          <p:spPr>
            <a:xfrm>
              <a:off x="3198692" y="3640054"/>
              <a:ext cx="1188625" cy="338554"/>
            </a:xfrm>
            <a:prstGeom prst="rect">
              <a:avLst/>
            </a:prstGeom>
            <a:noFill/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>
              <a:defPPr rtl="0">
                <a:defRPr lang="ko-K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ko-KR" altLang="en-US" sz="1600" err="1">
                  <a:solidFill>
                    <a:schemeClr val="accent4"/>
                  </a:solidFill>
                </a:rPr>
                <a:t>newNode</a:t>
              </a:r>
              <a:endParaRPr lang="ko-KR" altLang="en-US" sz="1600">
                <a:solidFill>
                  <a:schemeClr val="accent4"/>
                </a:solidFill>
                <a:cs typeface="Arial"/>
              </a:endParaRPr>
            </a:p>
          </p:txBody>
        </p:sp>
      </p:grp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26882515-62D6-86C6-B49D-719B0F01027C}"/>
              </a:ext>
            </a:extLst>
          </p:cNvPr>
          <p:cNvCxnSpPr>
            <a:cxnSpLocks/>
          </p:cNvCxnSpPr>
          <p:nvPr/>
        </p:nvCxnSpPr>
        <p:spPr>
          <a:xfrm flipV="1">
            <a:off x="6198972" y="895612"/>
            <a:ext cx="552036" cy="8709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48B46388-81A7-ED7A-ADCF-21557FAC20CE}"/>
              </a:ext>
            </a:extLst>
          </p:cNvPr>
          <p:cNvCxnSpPr>
            <a:cxnSpLocks/>
          </p:cNvCxnSpPr>
          <p:nvPr/>
        </p:nvCxnSpPr>
        <p:spPr>
          <a:xfrm flipV="1">
            <a:off x="7735361" y="864636"/>
            <a:ext cx="552036" cy="8709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5093D5AC-EBDB-2B3F-F286-EB1A9708716F}"/>
              </a:ext>
            </a:extLst>
          </p:cNvPr>
          <p:cNvCxnSpPr>
            <a:cxnSpLocks/>
          </p:cNvCxnSpPr>
          <p:nvPr/>
        </p:nvCxnSpPr>
        <p:spPr>
          <a:xfrm flipV="1">
            <a:off x="9277947" y="864636"/>
            <a:ext cx="552036" cy="8709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D1D91FF1-A973-9602-9094-916552EC8D8F}"/>
              </a:ext>
            </a:extLst>
          </p:cNvPr>
          <p:cNvGrpSpPr/>
          <p:nvPr/>
        </p:nvGrpSpPr>
        <p:grpSpPr>
          <a:xfrm>
            <a:off x="4153746" y="4325534"/>
            <a:ext cx="981675" cy="961081"/>
            <a:chOff x="108331" y="5019388"/>
            <a:chExt cx="981675" cy="961081"/>
          </a:xfrm>
        </p:grpSpPr>
        <p:sp>
          <p:nvSpPr>
            <p:cNvPr id="63" name="사각형: 둥근 모서리 62">
              <a:extLst>
                <a:ext uri="{FF2B5EF4-FFF2-40B4-BE49-F238E27FC236}">
                  <a16:creationId xmlns:a16="http://schemas.microsoft.com/office/drawing/2014/main" id="{1E538DF1-CDFA-CCF3-94F7-59FD2C159CD7}"/>
                </a:ext>
              </a:extLst>
            </p:cNvPr>
            <p:cNvSpPr/>
            <p:nvPr/>
          </p:nvSpPr>
          <p:spPr>
            <a:xfrm>
              <a:off x="108331" y="5019388"/>
              <a:ext cx="981675" cy="961081"/>
            </a:xfrm>
            <a:prstGeom prst="round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 rtl="0">
                <a:defRPr lang="ko-KR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64" name="TextBox 44">
              <a:extLst>
                <a:ext uri="{FF2B5EF4-FFF2-40B4-BE49-F238E27FC236}">
                  <a16:creationId xmlns:a16="http://schemas.microsoft.com/office/drawing/2014/main" id="{5CEDFC6B-48AE-67AE-9AC1-0570570E78CE}"/>
                </a:ext>
              </a:extLst>
            </p:cNvPr>
            <p:cNvSpPr txBox="1"/>
            <p:nvPr/>
          </p:nvSpPr>
          <p:spPr>
            <a:xfrm>
              <a:off x="430980" y="5314578"/>
              <a:ext cx="562918" cy="369332"/>
            </a:xfrm>
            <a:prstGeom prst="rect">
              <a:avLst/>
            </a:prstGeom>
            <a:noFill/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>
              <a:defPPr rtl="0">
                <a:defRPr lang="ko-K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ko-KR" altLang="en-US">
                  <a:solidFill>
                    <a:schemeClr val="accent4"/>
                  </a:solidFill>
                </a:rPr>
                <a:t>4</a:t>
              </a:r>
            </a:p>
          </p:txBody>
        </p:sp>
      </p:grp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3DE9D1FE-4855-4514-BD8C-9B1A208A0AE0}"/>
              </a:ext>
            </a:extLst>
          </p:cNvPr>
          <p:cNvGrpSpPr/>
          <p:nvPr/>
        </p:nvGrpSpPr>
        <p:grpSpPr>
          <a:xfrm>
            <a:off x="5696331" y="4323860"/>
            <a:ext cx="981675" cy="961081"/>
            <a:chOff x="1650916" y="5017714"/>
            <a:chExt cx="981675" cy="961081"/>
          </a:xfrm>
        </p:grpSpPr>
        <p:sp>
          <p:nvSpPr>
            <p:cNvPr id="61" name="사각형: 둥근 모서리 60">
              <a:extLst>
                <a:ext uri="{FF2B5EF4-FFF2-40B4-BE49-F238E27FC236}">
                  <a16:creationId xmlns:a16="http://schemas.microsoft.com/office/drawing/2014/main" id="{02BA5949-5D3E-A6D4-297A-012982F8F704}"/>
                </a:ext>
              </a:extLst>
            </p:cNvPr>
            <p:cNvSpPr/>
            <p:nvPr/>
          </p:nvSpPr>
          <p:spPr>
            <a:xfrm>
              <a:off x="1650916" y="5017714"/>
              <a:ext cx="981675" cy="961081"/>
            </a:xfrm>
            <a:prstGeom prst="round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 rtl="0">
                <a:defRPr lang="ko-KR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62" name="TextBox 47">
              <a:extLst>
                <a:ext uri="{FF2B5EF4-FFF2-40B4-BE49-F238E27FC236}">
                  <a16:creationId xmlns:a16="http://schemas.microsoft.com/office/drawing/2014/main" id="{C4C7FEAB-E876-E982-A019-123367906C82}"/>
                </a:ext>
              </a:extLst>
            </p:cNvPr>
            <p:cNvSpPr txBox="1"/>
            <p:nvPr/>
          </p:nvSpPr>
          <p:spPr>
            <a:xfrm>
              <a:off x="1973565" y="5312904"/>
              <a:ext cx="562918" cy="369332"/>
            </a:xfrm>
            <a:prstGeom prst="rect">
              <a:avLst/>
            </a:prstGeom>
            <a:noFill/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>
              <a:defPPr rtl="0">
                <a:defRPr lang="ko-K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ko-KR" altLang="en-US">
                  <a:solidFill>
                    <a:schemeClr val="accent4"/>
                  </a:solidFill>
                </a:rPr>
                <a:t>5</a:t>
              </a:r>
            </a:p>
          </p:txBody>
        </p:sp>
      </p:grp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FB455B04-2BED-1F42-568D-721755DAF959}"/>
              </a:ext>
            </a:extLst>
          </p:cNvPr>
          <p:cNvGrpSpPr/>
          <p:nvPr/>
        </p:nvGrpSpPr>
        <p:grpSpPr>
          <a:xfrm>
            <a:off x="7238917" y="4322854"/>
            <a:ext cx="981675" cy="961081"/>
            <a:chOff x="3193502" y="5016708"/>
            <a:chExt cx="981675" cy="961081"/>
          </a:xfrm>
        </p:grpSpPr>
        <p:sp>
          <p:nvSpPr>
            <p:cNvPr id="59" name="사각형: 둥근 모서리 58">
              <a:extLst>
                <a:ext uri="{FF2B5EF4-FFF2-40B4-BE49-F238E27FC236}">
                  <a16:creationId xmlns:a16="http://schemas.microsoft.com/office/drawing/2014/main" id="{16C59087-01A4-A999-55A5-6ACF9986297A}"/>
                </a:ext>
              </a:extLst>
            </p:cNvPr>
            <p:cNvSpPr/>
            <p:nvPr/>
          </p:nvSpPr>
          <p:spPr>
            <a:xfrm>
              <a:off x="3193502" y="5016708"/>
              <a:ext cx="981675" cy="961081"/>
            </a:xfrm>
            <a:prstGeom prst="round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 rtl="0">
                <a:defRPr lang="ko-KR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60" name="TextBox 50">
              <a:extLst>
                <a:ext uri="{FF2B5EF4-FFF2-40B4-BE49-F238E27FC236}">
                  <a16:creationId xmlns:a16="http://schemas.microsoft.com/office/drawing/2014/main" id="{8C29233D-0A25-EDE3-6332-07F30819F045}"/>
                </a:ext>
              </a:extLst>
            </p:cNvPr>
            <p:cNvSpPr txBox="1"/>
            <p:nvPr/>
          </p:nvSpPr>
          <p:spPr>
            <a:xfrm>
              <a:off x="3528541" y="5318596"/>
              <a:ext cx="562918" cy="369332"/>
            </a:xfrm>
            <a:prstGeom prst="rect">
              <a:avLst/>
            </a:prstGeom>
            <a:noFill/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>
              <a:defPPr rtl="0">
                <a:defRPr lang="ko-K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ko-KR" altLang="en-US">
                  <a:solidFill>
                    <a:schemeClr val="accent4"/>
                  </a:solidFill>
                </a:rPr>
                <a:t>6</a:t>
              </a:r>
            </a:p>
          </p:txBody>
        </p:sp>
      </p:grp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2D5BB713-2151-6E38-56F2-B0E4AEDE94F0}"/>
              </a:ext>
            </a:extLst>
          </p:cNvPr>
          <p:cNvGrpSpPr/>
          <p:nvPr/>
        </p:nvGrpSpPr>
        <p:grpSpPr>
          <a:xfrm>
            <a:off x="8781501" y="4344118"/>
            <a:ext cx="981675" cy="961081"/>
            <a:chOff x="4736086" y="5037972"/>
            <a:chExt cx="981675" cy="961081"/>
          </a:xfrm>
        </p:grpSpPr>
        <p:sp>
          <p:nvSpPr>
            <p:cNvPr id="57" name="사각형: 둥근 모서리 56">
              <a:extLst>
                <a:ext uri="{FF2B5EF4-FFF2-40B4-BE49-F238E27FC236}">
                  <a16:creationId xmlns:a16="http://schemas.microsoft.com/office/drawing/2014/main" id="{37627749-35DF-15C2-1F86-12DB69983099}"/>
                </a:ext>
              </a:extLst>
            </p:cNvPr>
            <p:cNvSpPr/>
            <p:nvPr/>
          </p:nvSpPr>
          <p:spPr>
            <a:xfrm>
              <a:off x="4736086" y="5037972"/>
              <a:ext cx="981675" cy="961081"/>
            </a:xfrm>
            <a:prstGeom prst="round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 rtl="0">
                <a:defRPr lang="ko-KR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79185992-3A45-FBF5-4724-51DF653D0EB7}"/>
                </a:ext>
              </a:extLst>
            </p:cNvPr>
            <p:cNvSpPr txBox="1"/>
            <p:nvPr/>
          </p:nvSpPr>
          <p:spPr>
            <a:xfrm>
              <a:off x="5058735" y="5333162"/>
              <a:ext cx="562918" cy="369332"/>
            </a:xfrm>
            <a:prstGeom prst="rect">
              <a:avLst/>
            </a:prstGeom>
            <a:noFill/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>
              <a:defPPr rtl="0">
                <a:defRPr lang="ko-K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ko-KR" altLang="en-US">
                  <a:solidFill>
                    <a:schemeClr val="accent4"/>
                  </a:solidFill>
                </a:rPr>
                <a:t>3</a:t>
              </a:r>
            </a:p>
          </p:txBody>
        </p:sp>
      </p:grpSp>
      <p:sp>
        <p:nvSpPr>
          <p:cNvPr id="50" name="TextBox 58">
            <a:extLst>
              <a:ext uri="{FF2B5EF4-FFF2-40B4-BE49-F238E27FC236}">
                <a16:creationId xmlns:a16="http://schemas.microsoft.com/office/drawing/2014/main" id="{5A6F75B9-1014-248B-E0D0-806412DA0F5B}"/>
              </a:ext>
            </a:extLst>
          </p:cNvPr>
          <p:cNvSpPr txBox="1"/>
          <p:nvPr/>
        </p:nvSpPr>
        <p:spPr>
          <a:xfrm>
            <a:off x="7480358" y="4912062"/>
            <a:ext cx="892432" cy="36933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rtl="0">
              <a:defRPr lang="ko-K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 err="1">
                <a:solidFill>
                  <a:schemeClr val="accent4"/>
                </a:solidFill>
              </a:rPr>
              <a:t>tail</a:t>
            </a:r>
            <a:endParaRPr lang="ko-KR" altLang="en-US">
              <a:solidFill>
                <a:schemeClr val="accent4"/>
              </a:solidFill>
              <a:cs typeface="Arial"/>
            </a:endParaRPr>
          </a:p>
        </p:txBody>
      </p:sp>
      <p:sp>
        <p:nvSpPr>
          <p:cNvPr id="51" name="TextBox 60">
            <a:extLst>
              <a:ext uri="{FF2B5EF4-FFF2-40B4-BE49-F238E27FC236}">
                <a16:creationId xmlns:a16="http://schemas.microsoft.com/office/drawing/2014/main" id="{CDEE63EF-2F76-BE1F-3821-CB83CF266DFA}"/>
              </a:ext>
            </a:extLst>
          </p:cNvPr>
          <p:cNvSpPr txBox="1"/>
          <p:nvPr/>
        </p:nvSpPr>
        <p:spPr>
          <a:xfrm>
            <a:off x="10234340" y="4617709"/>
            <a:ext cx="919891" cy="36933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rtl="0">
              <a:defRPr lang="ko-K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 err="1">
                <a:solidFill>
                  <a:schemeClr val="accent4"/>
                </a:solidFill>
              </a:rPr>
              <a:t>nullptr</a:t>
            </a:r>
            <a:endParaRPr lang="ko-KR" altLang="en-US">
              <a:solidFill>
                <a:schemeClr val="accent4"/>
              </a:solidFill>
              <a:cs typeface="Arial"/>
            </a:endParaRPr>
          </a:p>
        </p:txBody>
      </p:sp>
      <p:sp>
        <p:nvSpPr>
          <p:cNvPr id="52" name="사각형: 둥근 모서리 51">
            <a:extLst>
              <a:ext uri="{FF2B5EF4-FFF2-40B4-BE49-F238E27FC236}">
                <a16:creationId xmlns:a16="http://schemas.microsoft.com/office/drawing/2014/main" id="{F13BD529-596F-64F7-046E-DCA488A85A24}"/>
              </a:ext>
            </a:extLst>
          </p:cNvPr>
          <p:cNvSpPr/>
          <p:nvPr/>
        </p:nvSpPr>
        <p:spPr>
          <a:xfrm>
            <a:off x="11117431" y="4976724"/>
            <a:ext cx="981675" cy="961081"/>
          </a:xfrm>
          <a:prstGeom prst="roundRect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rtl="0">
              <a:defRPr lang="ko-K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1600"/>
          </a:p>
        </p:txBody>
      </p:sp>
      <p:sp>
        <p:nvSpPr>
          <p:cNvPr id="53" name="TextBox 18">
            <a:extLst>
              <a:ext uri="{FF2B5EF4-FFF2-40B4-BE49-F238E27FC236}">
                <a16:creationId xmlns:a16="http://schemas.microsoft.com/office/drawing/2014/main" id="{683F4B7E-CF1E-4235-A4FB-E29623B2AEED}"/>
              </a:ext>
            </a:extLst>
          </p:cNvPr>
          <p:cNvSpPr txBox="1"/>
          <p:nvPr/>
        </p:nvSpPr>
        <p:spPr>
          <a:xfrm>
            <a:off x="11102697" y="5304231"/>
            <a:ext cx="1188625" cy="338554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rtl="0">
              <a:defRPr lang="ko-K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 sz="1600" err="1">
                <a:solidFill>
                  <a:schemeClr val="accent4"/>
                </a:solidFill>
              </a:rPr>
              <a:t>newNode</a:t>
            </a:r>
            <a:endParaRPr lang="ko-KR" altLang="en-US" sz="1600">
              <a:solidFill>
                <a:schemeClr val="accent4"/>
              </a:solidFill>
            </a:endParaRPr>
          </a:p>
        </p:txBody>
      </p:sp>
      <p:cxnSp>
        <p:nvCxnSpPr>
          <p:cNvPr id="54" name="연결선: 구부러짐 53">
            <a:extLst>
              <a:ext uri="{FF2B5EF4-FFF2-40B4-BE49-F238E27FC236}">
                <a16:creationId xmlns:a16="http://schemas.microsoft.com/office/drawing/2014/main" id="{25807EA6-1242-6E31-225A-548FCE26C4BD}"/>
              </a:ext>
            </a:extLst>
          </p:cNvPr>
          <p:cNvCxnSpPr/>
          <p:nvPr/>
        </p:nvCxnSpPr>
        <p:spPr>
          <a:xfrm>
            <a:off x="9769372" y="4822817"/>
            <a:ext cx="1352378" cy="659027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23">
            <a:extLst>
              <a:ext uri="{FF2B5EF4-FFF2-40B4-BE49-F238E27FC236}">
                <a16:creationId xmlns:a16="http://schemas.microsoft.com/office/drawing/2014/main" id="{2BEAAFCB-AEAC-7577-A3E1-58ABEBD35F4B}"/>
              </a:ext>
            </a:extLst>
          </p:cNvPr>
          <p:cNvSpPr txBox="1"/>
          <p:nvPr/>
        </p:nvSpPr>
        <p:spPr>
          <a:xfrm>
            <a:off x="9039721" y="4944913"/>
            <a:ext cx="1188625" cy="36933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rtl="0">
              <a:defRPr lang="ko-K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 err="1">
                <a:solidFill>
                  <a:srgbClr val="FF0000"/>
                </a:solidFill>
              </a:rPr>
              <a:t>tail</a:t>
            </a:r>
            <a:endParaRPr lang="ko-KR" altLang="en-US">
              <a:solidFill>
                <a:srgbClr val="FF0000"/>
              </a:solidFill>
            </a:endParaRPr>
          </a:p>
        </p:txBody>
      </p:sp>
      <p:cxnSp>
        <p:nvCxnSpPr>
          <p:cNvPr id="65" name="직선 화살표 연결선 64">
            <a:extLst>
              <a:ext uri="{FF2B5EF4-FFF2-40B4-BE49-F238E27FC236}">
                <a16:creationId xmlns:a16="http://schemas.microsoft.com/office/drawing/2014/main" id="{4094725C-AA1D-56B4-E9F7-54C1A1BBFA8A}"/>
              </a:ext>
            </a:extLst>
          </p:cNvPr>
          <p:cNvCxnSpPr>
            <a:cxnSpLocks/>
          </p:cNvCxnSpPr>
          <p:nvPr/>
        </p:nvCxnSpPr>
        <p:spPr>
          <a:xfrm flipV="1">
            <a:off x="5145801" y="4798538"/>
            <a:ext cx="552036" cy="8709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직선 화살표 연결선 65">
            <a:extLst>
              <a:ext uri="{FF2B5EF4-FFF2-40B4-BE49-F238E27FC236}">
                <a16:creationId xmlns:a16="http://schemas.microsoft.com/office/drawing/2014/main" id="{0F0B0B08-B839-DA60-7600-680E928BA889}"/>
              </a:ext>
            </a:extLst>
          </p:cNvPr>
          <p:cNvCxnSpPr>
            <a:cxnSpLocks/>
          </p:cNvCxnSpPr>
          <p:nvPr/>
        </p:nvCxnSpPr>
        <p:spPr>
          <a:xfrm flipV="1">
            <a:off x="6682191" y="4804734"/>
            <a:ext cx="552036" cy="8709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직선 화살표 연결선 66">
            <a:extLst>
              <a:ext uri="{FF2B5EF4-FFF2-40B4-BE49-F238E27FC236}">
                <a16:creationId xmlns:a16="http://schemas.microsoft.com/office/drawing/2014/main" id="{01746897-37CA-8EB2-B84B-3AED6FCF899E}"/>
              </a:ext>
            </a:extLst>
          </p:cNvPr>
          <p:cNvCxnSpPr>
            <a:cxnSpLocks/>
          </p:cNvCxnSpPr>
          <p:nvPr/>
        </p:nvCxnSpPr>
        <p:spPr>
          <a:xfrm flipV="1">
            <a:off x="8224776" y="4798539"/>
            <a:ext cx="552036" cy="8709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직선 화살표 연결선 67">
            <a:extLst>
              <a:ext uri="{FF2B5EF4-FFF2-40B4-BE49-F238E27FC236}">
                <a16:creationId xmlns:a16="http://schemas.microsoft.com/office/drawing/2014/main" id="{5BBD9AE8-69E0-FB9D-8523-4857E4BA7365}"/>
              </a:ext>
            </a:extLst>
          </p:cNvPr>
          <p:cNvCxnSpPr>
            <a:cxnSpLocks/>
          </p:cNvCxnSpPr>
          <p:nvPr/>
        </p:nvCxnSpPr>
        <p:spPr>
          <a:xfrm flipV="1">
            <a:off x="9767361" y="4823319"/>
            <a:ext cx="552036" cy="8709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그림 3" descr="폰트, 텍스트, 그래픽, 로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5AB3370-F8C0-6ED0-2E36-32FC152100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29" y="-387"/>
            <a:ext cx="2410426" cy="570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665622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4AE4C7-C449-A2BF-0669-217460FFCA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C20F35-B5A0-626D-DE42-60FBEF643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047" y="1933067"/>
            <a:ext cx="4453886" cy="1078857"/>
          </a:xfrm>
        </p:spPr>
        <p:txBody>
          <a:bodyPr/>
          <a:lstStyle/>
          <a:p>
            <a:r>
              <a:rPr lang="en-US" altLang="ko-KR" sz="3600"/>
              <a:t>ORDER REVERSAL</a:t>
            </a:r>
            <a:br>
              <a:rPr lang="en-US" altLang="ko-KR" sz="3600"/>
            </a:br>
            <a:r>
              <a:rPr lang="ko-KR" altLang="en-US" sz="3600"/>
              <a:t>원인</a:t>
            </a:r>
            <a:r>
              <a:rPr lang="en-US" sz="3600"/>
              <a:t> </a:t>
            </a:r>
            <a:r>
              <a:rPr lang="ko-KR" altLang="en-US" sz="3600"/>
              <a:t>및</a:t>
            </a:r>
            <a:r>
              <a:rPr lang="en-US" sz="3600"/>
              <a:t> </a:t>
            </a:r>
            <a:r>
              <a:rPr lang="ko-KR" altLang="en-US" sz="3600"/>
              <a:t>해결방법</a:t>
            </a:r>
            <a:endParaRPr lang="en-US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638A3AE7-5FA1-60C2-D922-0D5EA5B7BD5E}"/>
              </a:ext>
            </a:extLst>
          </p:cNvPr>
          <p:cNvSpPr txBox="1">
            <a:spLocks/>
          </p:cNvSpPr>
          <p:nvPr/>
        </p:nvSpPr>
        <p:spPr>
          <a:xfrm>
            <a:off x="-5526" y="3152367"/>
            <a:ext cx="4251960" cy="224959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000" kern="1200" cap="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buAutoNum type="arabicPeriod"/>
            </a:pPr>
            <a:r>
              <a:rPr lang="ko-KR" altLang="en-US" sz="1800">
                <a:cs typeface="Arial"/>
              </a:rPr>
              <a:t>원인</a:t>
            </a:r>
          </a:p>
          <a:p>
            <a:pPr marL="742950" lvl="1" indent="-285750">
              <a:buFont typeface="Calibri"/>
              <a:buChar char="-"/>
            </a:pPr>
            <a:r>
              <a:rPr lang="ko-KR" altLang="en-US" sz="1600" cap="all">
                <a:solidFill>
                  <a:srgbClr val="3B4546"/>
                </a:solidFill>
                <a:cs typeface="Arial"/>
              </a:rPr>
              <a:t>1ST </a:t>
            </a:r>
            <a:r>
              <a:rPr lang="ko-KR" altLang="en-US" sz="1600" cap="all" err="1">
                <a:solidFill>
                  <a:srgbClr val="3B4546"/>
                </a:solidFill>
                <a:cs typeface="Arial"/>
              </a:rPr>
              <a:t>CAS는</a:t>
            </a:r>
            <a:r>
              <a:rPr lang="ko-KR" altLang="en-US" sz="1600" cap="all">
                <a:solidFill>
                  <a:srgbClr val="3B4546"/>
                </a:solidFill>
                <a:cs typeface="Arial"/>
              </a:rPr>
              <a:t> </a:t>
            </a:r>
            <a:r>
              <a:rPr lang="ko-KR" altLang="en-US" sz="1600" cap="all" err="1">
                <a:solidFill>
                  <a:srgbClr val="3B4546"/>
                </a:solidFill>
                <a:cs typeface="Arial"/>
              </a:rPr>
              <a:t>TAIL이</a:t>
            </a:r>
            <a:r>
              <a:rPr lang="ko-KR" altLang="en-US" sz="1600" cap="all">
                <a:solidFill>
                  <a:srgbClr val="3B4546"/>
                </a:solidFill>
                <a:cs typeface="Arial"/>
              </a:rPr>
              <a:t> 가리키는 NEXT 멤버변수가 </a:t>
            </a:r>
            <a:r>
              <a:rPr lang="ko-KR" altLang="en-US" sz="1600" cap="all" err="1">
                <a:solidFill>
                  <a:srgbClr val="3B4546"/>
                </a:solidFill>
                <a:cs typeface="Arial"/>
              </a:rPr>
              <a:t>NULLPTR인지를</a:t>
            </a:r>
            <a:r>
              <a:rPr lang="ko-KR" altLang="en-US" sz="1600" cap="all">
                <a:solidFill>
                  <a:srgbClr val="3B4546"/>
                </a:solidFill>
                <a:cs typeface="Arial"/>
              </a:rPr>
              <a:t> 체크하지 </a:t>
            </a:r>
            <a:r>
              <a:rPr lang="ko-KR" altLang="en-US" sz="1600" cap="all" err="1">
                <a:solidFill>
                  <a:srgbClr val="3B4546"/>
                </a:solidFill>
                <a:cs typeface="Arial"/>
              </a:rPr>
              <a:t>LOCALTAIL이</a:t>
            </a:r>
            <a:r>
              <a:rPr lang="ko-KR" altLang="en-US" sz="1600" cap="all">
                <a:solidFill>
                  <a:srgbClr val="3B4546"/>
                </a:solidFill>
                <a:cs typeface="Arial"/>
              </a:rPr>
              <a:t> 실제 </a:t>
            </a:r>
            <a:r>
              <a:rPr lang="ko-KR" altLang="en-US" sz="1600" cap="all" err="1">
                <a:solidFill>
                  <a:srgbClr val="3B4546"/>
                </a:solidFill>
                <a:cs typeface="Arial"/>
              </a:rPr>
              <a:t>TAIL임을</a:t>
            </a:r>
            <a:r>
              <a:rPr lang="ko-KR" altLang="en-US" sz="1600" cap="all">
                <a:solidFill>
                  <a:srgbClr val="3B4546"/>
                </a:solidFill>
                <a:cs typeface="Arial"/>
              </a:rPr>
              <a:t> 보장하지 않음.</a:t>
            </a:r>
          </a:p>
          <a:p>
            <a:pPr marL="342900" indent="-342900">
              <a:lnSpc>
                <a:spcPct val="80000"/>
              </a:lnSpc>
              <a:spcBef>
                <a:spcPct val="0"/>
              </a:spcBef>
              <a:buFontTx/>
              <a:buAutoNum type="arabicPeriod"/>
            </a:pPr>
            <a:endParaRPr lang="ko-KR" altLang="en-US" sz="1800" cap="all">
              <a:solidFill>
                <a:srgbClr val="3B4546"/>
              </a:solidFill>
              <a:cs typeface="Arial"/>
            </a:endParaRPr>
          </a:p>
          <a:p>
            <a:pPr marL="342900" indent="-342900">
              <a:buAutoNum type="arabicPeriod"/>
            </a:pPr>
            <a:r>
              <a:rPr lang="ko-KR" altLang="en-US" sz="1800">
                <a:cs typeface="Arial"/>
              </a:rPr>
              <a:t>해결방법</a:t>
            </a:r>
          </a:p>
          <a:p>
            <a:pPr marL="800100" lvl="1" indent="-342900">
              <a:lnSpc>
                <a:spcPct val="80000"/>
              </a:lnSpc>
              <a:spcBef>
                <a:spcPct val="0"/>
              </a:spcBef>
              <a:buFont typeface="Calibri"/>
              <a:buChar char="-"/>
            </a:pPr>
            <a:r>
              <a:rPr lang="ko-KR" altLang="en-US" sz="1600" cap="all" err="1">
                <a:solidFill>
                  <a:srgbClr val="3B4546"/>
                </a:solidFill>
                <a:cs typeface="Arial"/>
              </a:rPr>
              <a:t>NEXT를</a:t>
            </a:r>
            <a:r>
              <a:rPr lang="ko-KR" altLang="en-US" sz="1600" cap="all">
                <a:solidFill>
                  <a:srgbClr val="3B4546"/>
                </a:solidFill>
                <a:cs typeface="Arial"/>
              </a:rPr>
              <a:t> </a:t>
            </a:r>
            <a:r>
              <a:rPr lang="ko-KR" altLang="en-US" sz="1600" cap="all" err="1">
                <a:solidFill>
                  <a:srgbClr val="3B4546"/>
                </a:solidFill>
                <a:cs typeface="Arial"/>
              </a:rPr>
              <a:t>NULLPTR이</a:t>
            </a:r>
            <a:r>
              <a:rPr lang="ko-KR" altLang="en-US" sz="1600" cap="all">
                <a:solidFill>
                  <a:srgbClr val="3B4546"/>
                </a:solidFill>
                <a:cs typeface="Arial"/>
              </a:rPr>
              <a:t> 아닌 특정 값으로 초기화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A081526-8D21-02EE-A8AC-C010B9427E8B}"/>
              </a:ext>
            </a:extLst>
          </p:cNvPr>
          <p:cNvSpPr txBox="1"/>
          <p:nvPr/>
        </p:nvSpPr>
        <p:spPr>
          <a:xfrm>
            <a:off x="-7367" y="5309554"/>
            <a:ext cx="4251862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>
                <a:solidFill>
                  <a:schemeClr val="accent4"/>
                </a:solidFill>
                <a:ea typeface="+mn-lt"/>
                <a:cs typeface="+mn-lt"/>
              </a:rPr>
              <a:t>문제 재현 </a:t>
            </a:r>
          </a:p>
          <a:p>
            <a:pPr marL="285750" indent="-285750" algn="l">
              <a:buFont typeface="Calibri"/>
              <a:buChar char="-"/>
            </a:pPr>
            <a:r>
              <a:rPr lang="en-US" altLang="ko-KR">
                <a:solidFill>
                  <a:schemeClr val="accent4"/>
                </a:solidFill>
                <a:ea typeface="+mn-lt"/>
                <a:cs typeface="+mn-lt"/>
              </a:rPr>
              <a:t>https://youtu.be/</a:t>
            </a:r>
            <a:r>
              <a:rPr lang="en-US">
                <a:solidFill>
                  <a:schemeClr val="accent4"/>
                </a:solidFill>
                <a:ea typeface="+mn-lt"/>
                <a:cs typeface="+mn-lt"/>
              </a:rPr>
              <a:t>gUviydSV0wA</a:t>
            </a:r>
            <a:endParaRPr lang="ko-KR">
              <a:solidFill>
                <a:schemeClr val="accent4"/>
              </a:solidFill>
              <a:ea typeface="+mn-lt"/>
              <a:cs typeface="+mn-lt"/>
            </a:endParaRPr>
          </a:p>
          <a:p>
            <a:endParaRPr lang="ko-KR">
              <a:solidFill>
                <a:schemeClr val="accent4"/>
              </a:solidFill>
              <a:ea typeface="+mn-lt"/>
              <a:cs typeface="+mn-lt"/>
            </a:endParaRPr>
          </a:p>
          <a:p>
            <a:r>
              <a:rPr lang="ko-KR" altLang="en-US">
                <a:solidFill>
                  <a:schemeClr val="accent4"/>
                </a:solidFill>
                <a:ea typeface="+mn-lt"/>
                <a:cs typeface="+mn-lt"/>
              </a:rPr>
              <a:t>문제 해결</a:t>
            </a:r>
          </a:p>
          <a:p>
            <a:pPr marL="285750" indent="-285750">
              <a:buFont typeface="Calibri"/>
              <a:buChar char="-"/>
            </a:pPr>
            <a:r>
              <a:rPr lang="en-US" altLang="ko-KR">
                <a:solidFill>
                  <a:schemeClr val="accent4"/>
                </a:solidFill>
                <a:ea typeface="+mn-lt"/>
                <a:cs typeface="+mn-lt"/>
              </a:rPr>
              <a:t>https://youtu.be/</a:t>
            </a:r>
            <a:r>
              <a:rPr lang="en-US">
                <a:solidFill>
                  <a:schemeClr val="accent4"/>
                </a:solidFill>
                <a:ea typeface="+mn-lt"/>
                <a:cs typeface="+mn-lt"/>
              </a:rPr>
              <a:t>7gOG7qrjBoM</a:t>
            </a:r>
            <a:endParaRPr lang="ko-KR" altLang="en-US">
              <a:solidFill>
                <a:schemeClr val="accent4"/>
              </a:solidFill>
              <a:ea typeface="+mn-lt"/>
              <a:cs typeface="+mn-lt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285750" indent="-285750">
              <a:buFont typeface="Calibri"/>
              <a:buChar char="-"/>
            </a:pPr>
            <a:endParaRPr lang="ko-KR">
              <a:solidFill>
                <a:schemeClr val="accent4"/>
              </a:solidFill>
              <a:ea typeface="+mn-lt"/>
              <a:cs typeface="+mn-lt"/>
            </a:endParaRP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58F34B57-FCC3-6A37-3D76-3B7728A7F5B3}"/>
              </a:ext>
            </a:extLst>
          </p:cNvPr>
          <p:cNvGrpSpPr/>
          <p:nvPr/>
        </p:nvGrpSpPr>
        <p:grpSpPr>
          <a:xfrm>
            <a:off x="5206916" y="397827"/>
            <a:ext cx="981675" cy="961081"/>
            <a:chOff x="145502" y="1531534"/>
            <a:chExt cx="981675" cy="961081"/>
          </a:xfrm>
        </p:grpSpPr>
        <p:sp>
          <p:nvSpPr>
            <p:cNvPr id="36" name="사각형: 둥근 모서리 35">
              <a:extLst>
                <a:ext uri="{FF2B5EF4-FFF2-40B4-BE49-F238E27FC236}">
                  <a16:creationId xmlns:a16="http://schemas.microsoft.com/office/drawing/2014/main" id="{665E9A7D-C200-3BFA-873D-9C3720481AF7}"/>
                </a:ext>
              </a:extLst>
            </p:cNvPr>
            <p:cNvSpPr/>
            <p:nvPr/>
          </p:nvSpPr>
          <p:spPr>
            <a:xfrm>
              <a:off x="145502" y="1531534"/>
              <a:ext cx="981675" cy="961081"/>
            </a:xfrm>
            <a:prstGeom prst="round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 rtl="0">
                <a:defRPr lang="ko-KR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37" name="TextBox 39">
              <a:extLst>
                <a:ext uri="{FF2B5EF4-FFF2-40B4-BE49-F238E27FC236}">
                  <a16:creationId xmlns:a16="http://schemas.microsoft.com/office/drawing/2014/main" id="{48EE2DBE-C614-0140-336A-E8B30FF52121}"/>
                </a:ext>
              </a:extLst>
            </p:cNvPr>
            <p:cNvSpPr txBox="1"/>
            <p:nvPr/>
          </p:nvSpPr>
          <p:spPr>
            <a:xfrm>
              <a:off x="468151" y="1826724"/>
              <a:ext cx="562918" cy="369332"/>
            </a:xfrm>
            <a:prstGeom prst="rect">
              <a:avLst/>
            </a:prstGeom>
            <a:noFill/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>
              <a:defPPr rtl="0">
                <a:defRPr lang="ko-K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ko-KR" altLang="en-US">
                  <a:solidFill>
                    <a:schemeClr val="accent4"/>
                  </a:solidFill>
                </a:rPr>
                <a:t>1</a:t>
              </a:r>
            </a:p>
          </p:txBody>
        </p: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3C4D2986-6CD7-4A47-BD37-5CF965CEB49D}"/>
              </a:ext>
            </a:extLst>
          </p:cNvPr>
          <p:cNvGrpSpPr/>
          <p:nvPr/>
        </p:nvGrpSpPr>
        <p:grpSpPr>
          <a:xfrm>
            <a:off x="6749501" y="396153"/>
            <a:ext cx="981675" cy="961081"/>
            <a:chOff x="1688087" y="1529860"/>
            <a:chExt cx="981675" cy="961081"/>
          </a:xfrm>
        </p:grpSpPr>
        <p:sp>
          <p:nvSpPr>
            <p:cNvPr id="34" name="사각형: 둥근 모서리 33">
              <a:extLst>
                <a:ext uri="{FF2B5EF4-FFF2-40B4-BE49-F238E27FC236}">
                  <a16:creationId xmlns:a16="http://schemas.microsoft.com/office/drawing/2014/main" id="{9796F433-A33B-A7B4-59C1-2125ED032EBE}"/>
                </a:ext>
              </a:extLst>
            </p:cNvPr>
            <p:cNvSpPr/>
            <p:nvPr/>
          </p:nvSpPr>
          <p:spPr>
            <a:xfrm>
              <a:off x="1688087" y="1529860"/>
              <a:ext cx="981675" cy="961081"/>
            </a:xfrm>
            <a:prstGeom prst="round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 rtl="0">
                <a:defRPr lang="ko-KR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35" name="TextBox 52">
              <a:extLst>
                <a:ext uri="{FF2B5EF4-FFF2-40B4-BE49-F238E27FC236}">
                  <a16:creationId xmlns:a16="http://schemas.microsoft.com/office/drawing/2014/main" id="{882255AF-D14A-70DE-E291-8CE36271F6F1}"/>
                </a:ext>
              </a:extLst>
            </p:cNvPr>
            <p:cNvSpPr txBox="1"/>
            <p:nvPr/>
          </p:nvSpPr>
          <p:spPr>
            <a:xfrm>
              <a:off x="2010736" y="1825050"/>
              <a:ext cx="562918" cy="369332"/>
            </a:xfrm>
            <a:prstGeom prst="rect">
              <a:avLst/>
            </a:prstGeom>
            <a:noFill/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>
              <a:defPPr rtl="0">
                <a:defRPr lang="ko-K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ko-KR" altLang="en-US">
                  <a:solidFill>
                    <a:schemeClr val="accent4"/>
                  </a:solidFill>
                </a:rPr>
                <a:t>2</a:t>
              </a:r>
            </a:p>
          </p:txBody>
        </p: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9FFC86D5-AB7F-43B6-E7A8-D4CA978B4E9A}"/>
              </a:ext>
            </a:extLst>
          </p:cNvPr>
          <p:cNvGrpSpPr/>
          <p:nvPr/>
        </p:nvGrpSpPr>
        <p:grpSpPr>
          <a:xfrm>
            <a:off x="8292087" y="395147"/>
            <a:ext cx="981675" cy="961081"/>
            <a:chOff x="3230673" y="1528854"/>
            <a:chExt cx="981675" cy="961081"/>
          </a:xfrm>
        </p:grpSpPr>
        <p:sp>
          <p:nvSpPr>
            <p:cNvPr id="32" name="사각형: 둥근 모서리 31">
              <a:extLst>
                <a:ext uri="{FF2B5EF4-FFF2-40B4-BE49-F238E27FC236}">
                  <a16:creationId xmlns:a16="http://schemas.microsoft.com/office/drawing/2014/main" id="{D2BE130B-A789-1F63-F08C-BF9815B7C818}"/>
                </a:ext>
              </a:extLst>
            </p:cNvPr>
            <p:cNvSpPr/>
            <p:nvPr/>
          </p:nvSpPr>
          <p:spPr>
            <a:xfrm>
              <a:off x="3230673" y="1528854"/>
              <a:ext cx="981675" cy="961081"/>
            </a:xfrm>
            <a:prstGeom prst="round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 rtl="0">
                <a:defRPr lang="ko-KR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33" name="TextBox 53">
              <a:extLst>
                <a:ext uri="{FF2B5EF4-FFF2-40B4-BE49-F238E27FC236}">
                  <a16:creationId xmlns:a16="http://schemas.microsoft.com/office/drawing/2014/main" id="{A8FC9609-3ABC-3756-FAD2-47436C98E112}"/>
                </a:ext>
              </a:extLst>
            </p:cNvPr>
            <p:cNvSpPr txBox="1"/>
            <p:nvPr/>
          </p:nvSpPr>
          <p:spPr>
            <a:xfrm>
              <a:off x="3565712" y="1849327"/>
              <a:ext cx="562918" cy="369332"/>
            </a:xfrm>
            <a:prstGeom prst="rect">
              <a:avLst/>
            </a:prstGeom>
            <a:noFill/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>
              <a:defPPr rtl="0">
                <a:defRPr lang="ko-K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ko-KR" altLang="en-US">
                  <a:solidFill>
                    <a:schemeClr val="accent4"/>
                  </a:solidFill>
                </a:rPr>
                <a:t>3</a:t>
              </a:r>
            </a:p>
          </p:txBody>
        </p:sp>
      </p:grpSp>
      <p:sp>
        <p:nvSpPr>
          <p:cNvPr id="22" name="TextBox 6">
            <a:extLst>
              <a:ext uri="{FF2B5EF4-FFF2-40B4-BE49-F238E27FC236}">
                <a16:creationId xmlns:a16="http://schemas.microsoft.com/office/drawing/2014/main" id="{3DBAFF49-5FB5-C0DB-F1E9-0C980A52C48F}"/>
              </a:ext>
            </a:extLst>
          </p:cNvPr>
          <p:cNvSpPr txBox="1"/>
          <p:nvPr/>
        </p:nvSpPr>
        <p:spPr>
          <a:xfrm>
            <a:off x="9769707" y="696198"/>
            <a:ext cx="919891" cy="36933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rtl="0">
              <a:defRPr lang="ko-K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 err="1">
                <a:solidFill>
                  <a:schemeClr val="accent4"/>
                </a:solidFill>
              </a:rPr>
              <a:t>nullptr</a:t>
            </a:r>
            <a:endParaRPr lang="ko-KR" altLang="en-US">
              <a:solidFill>
                <a:schemeClr val="accent4"/>
              </a:solidFill>
              <a:cs typeface="Arial"/>
            </a:endParaRPr>
          </a:p>
        </p:txBody>
      </p:sp>
      <p:sp>
        <p:nvSpPr>
          <p:cNvPr id="23" name="TextBox 7">
            <a:extLst>
              <a:ext uri="{FF2B5EF4-FFF2-40B4-BE49-F238E27FC236}">
                <a16:creationId xmlns:a16="http://schemas.microsoft.com/office/drawing/2014/main" id="{1B78A926-599F-3AB2-A023-99E25A4D48E1}"/>
              </a:ext>
            </a:extLst>
          </p:cNvPr>
          <p:cNvSpPr txBox="1"/>
          <p:nvPr/>
        </p:nvSpPr>
        <p:spPr>
          <a:xfrm>
            <a:off x="8377143" y="1516131"/>
            <a:ext cx="2141837" cy="92333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rtl="0">
              <a:defRPr lang="ko-K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err="1">
                <a:solidFill>
                  <a:schemeClr val="accent4"/>
                </a:solidFill>
              </a:rPr>
              <a:t>Th</a:t>
            </a:r>
            <a:r>
              <a:rPr lang="ko-KR" altLang="en-US">
                <a:solidFill>
                  <a:schemeClr val="accent4"/>
                </a:solidFill>
              </a:rPr>
              <a:t> : 1</a:t>
            </a:r>
            <a:endParaRPr lang="ko-KR" altLang="en-US">
              <a:solidFill>
                <a:schemeClr val="accent4"/>
              </a:solidFill>
              <a:cs typeface="Arial"/>
            </a:endParaRPr>
          </a:p>
          <a:p>
            <a:r>
              <a:rPr lang="ko-KR" altLang="en-US" err="1">
                <a:solidFill>
                  <a:schemeClr val="accent4"/>
                </a:solidFill>
              </a:rPr>
              <a:t>LocalTail</a:t>
            </a:r>
            <a:r>
              <a:rPr lang="ko-KR" altLang="en-US">
                <a:solidFill>
                  <a:schemeClr val="accent4"/>
                </a:solidFill>
              </a:rPr>
              <a:t> : 3</a:t>
            </a:r>
            <a:endParaRPr lang="ko-KR" altLang="en-US">
              <a:solidFill>
                <a:schemeClr val="accent4"/>
              </a:solidFill>
              <a:cs typeface="Arial"/>
            </a:endParaRPr>
          </a:p>
          <a:p>
            <a:endParaRPr lang="ko-KR" altLang="en-US"/>
          </a:p>
        </p:txBody>
      </p:sp>
      <p:sp>
        <p:nvSpPr>
          <p:cNvPr id="24" name="TextBox 59">
            <a:extLst>
              <a:ext uri="{FF2B5EF4-FFF2-40B4-BE49-F238E27FC236}">
                <a16:creationId xmlns:a16="http://schemas.microsoft.com/office/drawing/2014/main" id="{0A93D15B-46DA-B933-51FD-3728D017C35C}"/>
              </a:ext>
            </a:extLst>
          </p:cNvPr>
          <p:cNvSpPr txBox="1"/>
          <p:nvPr/>
        </p:nvSpPr>
        <p:spPr>
          <a:xfrm>
            <a:off x="8552113" y="984354"/>
            <a:ext cx="892432" cy="36933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rtl="0">
              <a:defRPr lang="ko-K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 err="1">
                <a:solidFill>
                  <a:schemeClr val="accent4"/>
                </a:solidFill>
              </a:rPr>
              <a:t>tail</a:t>
            </a:r>
            <a:endParaRPr lang="ko-KR" altLang="en-US">
              <a:solidFill>
                <a:schemeClr val="accent4"/>
              </a:solidFill>
              <a:cs typeface="Arial"/>
            </a:endParaRPr>
          </a:p>
        </p:txBody>
      </p: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432A362D-1FDB-0257-A4D6-618AA85CF73C}"/>
              </a:ext>
            </a:extLst>
          </p:cNvPr>
          <p:cNvGrpSpPr/>
          <p:nvPr/>
        </p:nvGrpSpPr>
        <p:grpSpPr>
          <a:xfrm>
            <a:off x="8260107" y="2169967"/>
            <a:ext cx="1188625" cy="961081"/>
            <a:chOff x="3198692" y="3303674"/>
            <a:chExt cx="1188625" cy="961081"/>
          </a:xfrm>
        </p:grpSpPr>
        <p:sp>
          <p:nvSpPr>
            <p:cNvPr id="30" name="사각형: 둥근 모서리 29">
              <a:extLst>
                <a:ext uri="{FF2B5EF4-FFF2-40B4-BE49-F238E27FC236}">
                  <a16:creationId xmlns:a16="http://schemas.microsoft.com/office/drawing/2014/main" id="{8DBA23D0-9B23-F504-8638-5831D2A97615}"/>
                </a:ext>
              </a:extLst>
            </p:cNvPr>
            <p:cNvSpPr/>
            <p:nvPr/>
          </p:nvSpPr>
          <p:spPr>
            <a:xfrm>
              <a:off x="3216942" y="3303674"/>
              <a:ext cx="981675" cy="961081"/>
            </a:xfrm>
            <a:prstGeom prst="round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 rtl="0">
                <a:defRPr lang="ko-KR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31" name="TextBox 12">
              <a:extLst>
                <a:ext uri="{FF2B5EF4-FFF2-40B4-BE49-F238E27FC236}">
                  <a16:creationId xmlns:a16="http://schemas.microsoft.com/office/drawing/2014/main" id="{54B2AE16-FE41-0722-1344-650C216299A8}"/>
                </a:ext>
              </a:extLst>
            </p:cNvPr>
            <p:cNvSpPr txBox="1"/>
            <p:nvPr/>
          </p:nvSpPr>
          <p:spPr>
            <a:xfrm>
              <a:off x="3198692" y="3640054"/>
              <a:ext cx="1188625" cy="338554"/>
            </a:xfrm>
            <a:prstGeom prst="rect">
              <a:avLst/>
            </a:prstGeom>
            <a:noFill/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>
              <a:defPPr rtl="0">
                <a:defRPr lang="ko-K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ko-KR" altLang="en-US" sz="1600" err="1">
                  <a:solidFill>
                    <a:schemeClr val="accent4"/>
                  </a:solidFill>
                </a:rPr>
                <a:t>newNode</a:t>
              </a:r>
              <a:endParaRPr lang="ko-KR" altLang="en-US" sz="1600">
                <a:solidFill>
                  <a:schemeClr val="accent4"/>
                </a:solidFill>
                <a:cs typeface="Arial"/>
              </a:endParaRPr>
            </a:p>
          </p:txBody>
        </p:sp>
      </p:grp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2161ECFF-E2A7-5242-A64D-A83A03BAC5D7}"/>
              </a:ext>
            </a:extLst>
          </p:cNvPr>
          <p:cNvCxnSpPr>
            <a:cxnSpLocks/>
          </p:cNvCxnSpPr>
          <p:nvPr/>
        </p:nvCxnSpPr>
        <p:spPr>
          <a:xfrm flipV="1">
            <a:off x="6198972" y="895612"/>
            <a:ext cx="552036" cy="8709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17F4EFB1-57A4-B70B-3CC7-788D419260BD}"/>
              </a:ext>
            </a:extLst>
          </p:cNvPr>
          <p:cNvCxnSpPr>
            <a:cxnSpLocks/>
          </p:cNvCxnSpPr>
          <p:nvPr/>
        </p:nvCxnSpPr>
        <p:spPr>
          <a:xfrm flipV="1">
            <a:off x="7735361" y="864636"/>
            <a:ext cx="552036" cy="8709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92995E18-5594-5614-5452-A9A348CD31D3}"/>
              </a:ext>
            </a:extLst>
          </p:cNvPr>
          <p:cNvCxnSpPr>
            <a:cxnSpLocks/>
          </p:cNvCxnSpPr>
          <p:nvPr/>
        </p:nvCxnSpPr>
        <p:spPr>
          <a:xfrm flipV="1">
            <a:off x="9277947" y="864636"/>
            <a:ext cx="552036" cy="8709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1A50A0C8-698B-C454-10B6-68857555AD12}"/>
              </a:ext>
            </a:extLst>
          </p:cNvPr>
          <p:cNvGrpSpPr/>
          <p:nvPr/>
        </p:nvGrpSpPr>
        <p:grpSpPr>
          <a:xfrm>
            <a:off x="4153746" y="4325534"/>
            <a:ext cx="981675" cy="961081"/>
            <a:chOff x="108331" y="5019388"/>
            <a:chExt cx="981675" cy="961081"/>
          </a:xfrm>
        </p:grpSpPr>
        <p:sp>
          <p:nvSpPr>
            <p:cNvPr id="63" name="사각형: 둥근 모서리 62">
              <a:extLst>
                <a:ext uri="{FF2B5EF4-FFF2-40B4-BE49-F238E27FC236}">
                  <a16:creationId xmlns:a16="http://schemas.microsoft.com/office/drawing/2014/main" id="{3F5C5B20-818B-C323-543C-884C38159C96}"/>
                </a:ext>
              </a:extLst>
            </p:cNvPr>
            <p:cNvSpPr/>
            <p:nvPr/>
          </p:nvSpPr>
          <p:spPr>
            <a:xfrm>
              <a:off x="108331" y="5019388"/>
              <a:ext cx="981675" cy="961081"/>
            </a:xfrm>
            <a:prstGeom prst="round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 rtl="0">
                <a:defRPr lang="ko-KR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64" name="TextBox 44">
              <a:extLst>
                <a:ext uri="{FF2B5EF4-FFF2-40B4-BE49-F238E27FC236}">
                  <a16:creationId xmlns:a16="http://schemas.microsoft.com/office/drawing/2014/main" id="{5981237E-3E1B-FA7F-7360-A71CE7FCE2AB}"/>
                </a:ext>
              </a:extLst>
            </p:cNvPr>
            <p:cNvSpPr txBox="1"/>
            <p:nvPr/>
          </p:nvSpPr>
          <p:spPr>
            <a:xfrm>
              <a:off x="430980" y="5314578"/>
              <a:ext cx="562918" cy="369332"/>
            </a:xfrm>
            <a:prstGeom prst="rect">
              <a:avLst/>
            </a:prstGeom>
            <a:noFill/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>
              <a:defPPr rtl="0">
                <a:defRPr lang="ko-K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ko-KR" altLang="en-US">
                  <a:solidFill>
                    <a:schemeClr val="accent4"/>
                  </a:solidFill>
                </a:rPr>
                <a:t>4</a:t>
              </a:r>
            </a:p>
          </p:txBody>
        </p:sp>
      </p:grp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601EAE1D-ED92-4835-DACC-0E048F62FC49}"/>
              </a:ext>
            </a:extLst>
          </p:cNvPr>
          <p:cNvGrpSpPr/>
          <p:nvPr/>
        </p:nvGrpSpPr>
        <p:grpSpPr>
          <a:xfrm>
            <a:off x="5696331" y="4323860"/>
            <a:ext cx="981675" cy="961081"/>
            <a:chOff x="1650916" y="5017714"/>
            <a:chExt cx="981675" cy="961081"/>
          </a:xfrm>
        </p:grpSpPr>
        <p:sp>
          <p:nvSpPr>
            <p:cNvPr id="61" name="사각형: 둥근 모서리 60">
              <a:extLst>
                <a:ext uri="{FF2B5EF4-FFF2-40B4-BE49-F238E27FC236}">
                  <a16:creationId xmlns:a16="http://schemas.microsoft.com/office/drawing/2014/main" id="{C39D7703-EC96-6764-4769-42C2A712975A}"/>
                </a:ext>
              </a:extLst>
            </p:cNvPr>
            <p:cNvSpPr/>
            <p:nvPr/>
          </p:nvSpPr>
          <p:spPr>
            <a:xfrm>
              <a:off x="1650916" y="5017714"/>
              <a:ext cx="981675" cy="961081"/>
            </a:xfrm>
            <a:prstGeom prst="round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 rtl="0">
                <a:defRPr lang="ko-KR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62" name="TextBox 47">
              <a:extLst>
                <a:ext uri="{FF2B5EF4-FFF2-40B4-BE49-F238E27FC236}">
                  <a16:creationId xmlns:a16="http://schemas.microsoft.com/office/drawing/2014/main" id="{D64D2AE8-835A-A966-C6AA-536307EC05E5}"/>
                </a:ext>
              </a:extLst>
            </p:cNvPr>
            <p:cNvSpPr txBox="1"/>
            <p:nvPr/>
          </p:nvSpPr>
          <p:spPr>
            <a:xfrm>
              <a:off x="1973565" y="5312904"/>
              <a:ext cx="562918" cy="369332"/>
            </a:xfrm>
            <a:prstGeom prst="rect">
              <a:avLst/>
            </a:prstGeom>
            <a:noFill/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>
              <a:defPPr rtl="0">
                <a:defRPr lang="ko-K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ko-KR" altLang="en-US">
                  <a:solidFill>
                    <a:schemeClr val="accent4"/>
                  </a:solidFill>
                </a:rPr>
                <a:t>5</a:t>
              </a:r>
            </a:p>
          </p:txBody>
        </p:sp>
      </p:grp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696B2C9C-D5CD-0258-055F-47510022C35A}"/>
              </a:ext>
            </a:extLst>
          </p:cNvPr>
          <p:cNvGrpSpPr/>
          <p:nvPr/>
        </p:nvGrpSpPr>
        <p:grpSpPr>
          <a:xfrm>
            <a:off x="7238917" y="4322854"/>
            <a:ext cx="981675" cy="961081"/>
            <a:chOff x="3193502" y="5016708"/>
            <a:chExt cx="981675" cy="961081"/>
          </a:xfrm>
        </p:grpSpPr>
        <p:sp>
          <p:nvSpPr>
            <p:cNvPr id="59" name="사각형: 둥근 모서리 58">
              <a:extLst>
                <a:ext uri="{FF2B5EF4-FFF2-40B4-BE49-F238E27FC236}">
                  <a16:creationId xmlns:a16="http://schemas.microsoft.com/office/drawing/2014/main" id="{79D492EE-4B80-100E-7A39-08545512E7A5}"/>
                </a:ext>
              </a:extLst>
            </p:cNvPr>
            <p:cNvSpPr/>
            <p:nvPr/>
          </p:nvSpPr>
          <p:spPr>
            <a:xfrm>
              <a:off x="3193502" y="5016708"/>
              <a:ext cx="981675" cy="961081"/>
            </a:xfrm>
            <a:prstGeom prst="round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 rtl="0">
                <a:defRPr lang="ko-KR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60" name="TextBox 50">
              <a:extLst>
                <a:ext uri="{FF2B5EF4-FFF2-40B4-BE49-F238E27FC236}">
                  <a16:creationId xmlns:a16="http://schemas.microsoft.com/office/drawing/2014/main" id="{2D785FDC-A709-3D15-642B-9CCD2825A0F8}"/>
                </a:ext>
              </a:extLst>
            </p:cNvPr>
            <p:cNvSpPr txBox="1"/>
            <p:nvPr/>
          </p:nvSpPr>
          <p:spPr>
            <a:xfrm>
              <a:off x="3528541" y="5318596"/>
              <a:ext cx="562918" cy="369332"/>
            </a:xfrm>
            <a:prstGeom prst="rect">
              <a:avLst/>
            </a:prstGeom>
            <a:noFill/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>
              <a:defPPr rtl="0">
                <a:defRPr lang="ko-K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ko-KR" altLang="en-US">
                  <a:solidFill>
                    <a:schemeClr val="accent4"/>
                  </a:solidFill>
                </a:rPr>
                <a:t>6</a:t>
              </a:r>
            </a:p>
          </p:txBody>
        </p:sp>
      </p:grp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802802FD-1237-0A41-2EEC-C506CD66AB60}"/>
              </a:ext>
            </a:extLst>
          </p:cNvPr>
          <p:cNvGrpSpPr/>
          <p:nvPr/>
        </p:nvGrpSpPr>
        <p:grpSpPr>
          <a:xfrm>
            <a:off x="8758641" y="3544018"/>
            <a:ext cx="981675" cy="961081"/>
            <a:chOff x="4736086" y="5037972"/>
            <a:chExt cx="981675" cy="961081"/>
          </a:xfrm>
        </p:grpSpPr>
        <p:sp>
          <p:nvSpPr>
            <p:cNvPr id="57" name="사각형: 둥근 모서리 56">
              <a:extLst>
                <a:ext uri="{FF2B5EF4-FFF2-40B4-BE49-F238E27FC236}">
                  <a16:creationId xmlns:a16="http://schemas.microsoft.com/office/drawing/2014/main" id="{2CBB94E9-4467-BA9B-B7C8-778E5B789215}"/>
                </a:ext>
              </a:extLst>
            </p:cNvPr>
            <p:cNvSpPr/>
            <p:nvPr/>
          </p:nvSpPr>
          <p:spPr>
            <a:xfrm>
              <a:off x="4736086" y="5037972"/>
              <a:ext cx="981675" cy="961081"/>
            </a:xfrm>
            <a:prstGeom prst="round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 rtl="0">
                <a:defRPr lang="ko-KR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10CA6695-0344-8DDE-215C-2ADECB4925A0}"/>
                </a:ext>
              </a:extLst>
            </p:cNvPr>
            <p:cNvSpPr txBox="1"/>
            <p:nvPr/>
          </p:nvSpPr>
          <p:spPr>
            <a:xfrm>
              <a:off x="4891095" y="5333162"/>
              <a:ext cx="791518" cy="369332"/>
            </a:xfrm>
            <a:prstGeom prst="rect">
              <a:avLst/>
            </a:prstGeom>
            <a:noFill/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>
              <a:defPPr rtl="0">
                <a:defRPr lang="ko-K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ko-KR" altLang="en-US">
                  <a:solidFill>
                    <a:schemeClr val="accent4"/>
                  </a:solidFill>
                </a:rPr>
                <a:t>1001</a:t>
              </a:r>
              <a:endParaRPr lang="ko-KR" altLang="en-US">
                <a:solidFill>
                  <a:schemeClr val="accent4"/>
                </a:solidFill>
                <a:cs typeface="Arial"/>
              </a:endParaRPr>
            </a:p>
          </p:txBody>
        </p:sp>
      </p:grpSp>
      <p:sp>
        <p:nvSpPr>
          <p:cNvPr id="50" name="TextBox 58">
            <a:extLst>
              <a:ext uri="{FF2B5EF4-FFF2-40B4-BE49-F238E27FC236}">
                <a16:creationId xmlns:a16="http://schemas.microsoft.com/office/drawing/2014/main" id="{A699FE1C-7147-2F17-D71D-EE66FAEEB7FF}"/>
              </a:ext>
            </a:extLst>
          </p:cNvPr>
          <p:cNvSpPr txBox="1"/>
          <p:nvPr/>
        </p:nvSpPr>
        <p:spPr>
          <a:xfrm>
            <a:off x="7480358" y="4912062"/>
            <a:ext cx="892432" cy="36933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rtl="0">
              <a:defRPr lang="ko-K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 err="1">
                <a:solidFill>
                  <a:schemeClr val="accent4"/>
                </a:solidFill>
              </a:rPr>
              <a:t>tail</a:t>
            </a:r>
            <a:endParaRPr lang="ko-KR" altLang="en-US">
              <a:solidFill>
                <a:schemeClr val="accent4"/>
              </a:solidFill>
              <a:cs typeface="Arial"/>
            </a:endParaRPr>
          </a:p>
        </p:txBody>
      </p:sp>
      <p:sp>
        <p:nvSpPr>
          <p:cNvPr id="51" name="TextBox 60">
            <a:extLst>
              <a:ext uri="{FF2B5EF4-FFF2-40B4-BE49-F238E27FC236}">
                <a16:creationId xmlns:a16="http://schemas.microsoft.com/office/drawing/2014/main" id="{C272F5F6-D13C-388A-97BE-25246D1B5E51}"/>
              </a:ext>
            </a:extLst>
          </p:cNvPr>
          <p:cNvSpPr txBox="1"/>
          <p:nvPr/>
        </p:nvSpPr>
        <p:spPr>
          <a:xfrm>
            <a:off x="8778920" y="4640569"/>
            <a:ext cx="919891" cy="36933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rtl="0">
              <a:defRPr lang="ko-K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 err="1">
                <a:solidFill>
                  <a:schemeClr val="accent4"/>
                </a:solidFill>
              </a:rPr>
              <a:t>nullptr</a:t>
            </a:r>
            <a:endParaRPr lang="ko-KR" altLang="en-US">
              <a:solidFill>
                <a:schemeClr val="accent4"/>
              </a:solidFill>
              <a:cs typeface="Arial"/>
            </a:endParaRPr>
          </a:p>
        </p:txBody>
      </p:sp>
      <p:sp>
        <p:nvSpPr>
          <p:cNvPr id="52" name="사각형: 둥근 모서리 51">
            <a:extLst>
              <a:ext uri="{FF2B5EF4-FFF2-40B4-BE49-F238E27FC236}">
                <a16:creationId xmlns:a16="http://schemas.microsoft.com/office/drawing/2014/main" id="{A64CDAB6-5EB6-E1CB-089F-5FBC13389B59}"/>
              </a:ext>
            </a:extLst>
          </p:cNvPr>
          <p:cNvSpPr/>
          <p:nvPr/>
        </p:nvSpPr>
        <p:spPr>
          <a:xfrm>
            <a:off x="9844891" y="4527144"/>
            <a:ext cx="981675" cy="961081"/>
          </a:xfrm>
          <a:prstGeom prst="roundRect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rtl="0">
              <a:defRPr lang="ko-K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1600"/>
          </a:p>
        </p:txBody>
      </p:sp>
      <p:sp>
        <p:nvSpPr>
          <p:cNvPr id="53" name="TextBox 18">
            <a:extLst>
              <a:ext uri="{FF2B5EF4-FFF2-40B4-BE49-F238E27FC236}">
                <a16:creationId xmlns:a16="http://schemas.microsoft.com/office/drawing/2014/main" id="{8037BADB-C53F-27CD-09EA-2136AAD7C48C}"/>
              </a:ext>
            </a:extLst>
          </p:cNvPr>
          <p:cNvSpPr txBox="1"/>
          <p:nvPr/>
        </p:nvSpPr>
        <p:spPr>
          <a:xfrm>
            <a:off x="9845397" y="4839411"/>
            <a:ext cx="1188625" cy="338554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rtl="0">
              <a:defRPr lang="ko-K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 sz="1600" err="1">
                <a:solidFill>
                  <a:schemeClr val="accent4"/>
                </a:solidFill>
              </a:rPr>
              <a:t>newNode</a:t>
            </a:r>
            <a:endParaRPr lang="ko-KR" altLang="en-US" sz="1600">
              <a:solidFill>
                <a:schemeClr val="accent4"/>
              </a:solidFill>
            </a:endParaRPr>
          </a:p>
        </p:txBody>
      </p:sp>
      <p:cxnSp>
        <p:nvCxnSpPr>
          <p:cNvPr id="54" name="연결선: 구부러짐 53">
            <a:extLst>
              <a:ext uri="{FF2B5EF4-FFF2-40B4-BE49-F238E27FC236}">
                <a16:creationId xmlns:a16="http://schemas.microsoft.com/office/drawing/2014/main" id="{7090ED3B-E081-62DA-8AC6-320C97581642}"/>
              </a:ext>
            </a:extLst>
          </p:cNvPr>
          <p:cNvCxnSpPr/>
          <p:nvPr/>
        </p:nvCxnSpPr>
        <p:spPr>
          <a:xfrm flipV="1">
            <a:off x="8199652" y="3980704"/>
            <a:ext cx="552278" cy="804013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직선 화살표 연결선 64">
            <a:extLst>
              <a:ext uri="{FF2B5EF4-FFF2-40B4-BE49-F238E27FC236}">
                <a16:creationId xmlns:a16="http://schemas.microsoft.com/office/drawing/2014/main" id="{C7297702-4391-B501-1F1E-AD03AE5EAF37}"/>
              </a:ext>
            </a:extLst>
          </p:cNvPr>
          <p:cNvCxnSpPr>
            <a:cxnSpLocks/>
          </p:cNvCxnSpPr>
          <p:nvPr/>
        </p:nvCxnSpPr>
        <p:spPr>
          <a:xfrm flipV="1">
            <a:off x="5145801" y="4798538"/>
            <a:ext cx="552036" cy="8709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직선 화살표 연결선 65">
            <a:extLst>
              <a:ext uri="{FF2B5EF4-FFF2-40B4-BE49-F238E27FC236}">
                <a16:creationId xmlns:a16="http://schemas.microsoft.com/office/drawing/2014/main" id="{6AE3F6AF-F700-0925-6756-0F9E641632E6}"/>
              </a:ext>
            </a:extLst>
          </p:cNvPr>
          <p:cNvCxnSpPr>
            <a:cxnSpLocks/>
          </p:cNvCxnSpPr>
          <p:nvPr/>
        </p:nvCxnSpPr>
        <p:spPr>
          <a:xfrm flipV="1">
            <a:off x="6682191" y="4804734"/>
            <a:ext cx="552036" cy="8709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직선 화살표 연결선 66">
            <a:extLst>
              <a:ext uri="{FF2B5EF4-FFF2-40B4-BE49-F238E27FC236}">
                <a16:creationId xmlns:a16="http://schemas.microsoft.com/office/drawing/2014/main" id="{E36BF789-A9C1-7E0D-08DB-7F9911774255}"/>
              </a:ext>
            </a:extLst>
          </p:cNvPr>
          <p:cNvCxnSpPr>
            <a:cxnSpLocks/>
          </p:cNvCxnSpPr>
          <p:nvPr/>
        </p:nvCxnSpPr>
        <p:spPr>
          <a:xfrm flipV="1">
            <a:off x="8224776" y="4798539"/>
            <a:ext cx="552036" cy="8709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60">
            <a:extLst>
              <a:ext uri="{FF2B5EF4-FFF2-40B4-BE49-F238E27FC236}">
                <a16:creationId xmlns:a16="http://schemas.microsoft.com/office/drawing/2014/main" id="{C4A9A862-236F-9B9C-2AD7-5F0BF7165111}"/>
              </a:ext>
            </a:extLst>
          </p:cNvPr>
          <p:cNvSpPr txBox="1"/>
          <p:nvPr/>
        </p:nvSpPr>
        <p:spPr>
          <a:xfrm>
            <a:off x="11384960" y="4853929"/>
            <a:ext cx="919891" cy="36933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rtl="0">
              <a:defRPr lang="ko-K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 err="1">
                <a:solidFill>
                  <a:schemeClr val="accent4"/>
                </a:solidFill>
              </a:rPr>
              <a:t>nullptr</a:t>
            </a:r>
            <a:endParaRPr lang="ko-KR" altLang="en-US">
              <a:solidFill>
                <a:schemeClr val="accent4"/>
              </a:solidFill>
              <a:cs typeface="Arial"/>
            </a:endParaRPr>
          </a:p>
        </p:txBody>
      </p:sp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75B9F5B4-8EC8-5A64-E1EE-32CC42C5F30C}"/>
              </a:ext>
            </a:extLst>
          </p:cNvPr>
          <p:cNvCxnSpPr>
            <a:cxnSpLocks/>
          </p:cNvCxnSpPr>
          <p:nvPr/>
        </p:nvCxnSpPr>
        <p:spPr>
          <a:xfrm flipV="1">
            <a:off x="10830816" y="5011899"/>
            <a:ext cx="552036" cy="8709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그룹 6">
            <a:extLst>
              <a:ext uri="{FF2B5EF4-FFF2-40B4-BE49-F238E27FC236}">
                <a16:creationId xmlns:a16="http://schemas.microsoft.com/office/drawing/2014/main" id="{A466BAF4-A216-9261-2015-60747B3EB98A}"/>
              </a:ext>
            </a:extLst>
          </p:cNvPr>
          <p:cNvGrpSpPr/>
          <p:nvPr/>
        </p:nvGrpSpPr>
        <p:grpSpPr>
          <a:xfrm>
            <a:off x="8469080" y="5570938"/>
            <a:ext cx="1083687" cy="961081"/>
            <a:chOff x="4736086" y="5037972"/>
            <a:chExt cx="1083687" cy="961081"/>
          </a:xfrm>
        </p:grpSpPr>
        <p:sp>
          <p:nvSpPr>
            <p:cNvPr id="8" name="사각형: 둥근 모서리 7">
              <a:extLst>
                <a:ext uri="{FF2B5EF4-FFF2-40B4-BE49-F238E27FC236}">
                  <a16:creationId xmlns:a16="http://schemas.microsoft.com/office/drawing/2014/main" id="{2FAB4BC1-C368-C9B8-417B-76E7AE53A77F}"/>
                </a:ext>
              </a:extLst>
            </p:cNvPr>
            <p:cNvSpPr/>
            <p:nvPr/>
          </p:nvSpPr>
          <p:spPr>
            <a:xfrm>
              <a:off x="4736086" y="5037972"/>
              <a:ext cx="981675" cy="961081"/>
            </a:xfrm>
            <a:prstGeom prst="round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 rtl="0">
                <a:defRPr lang="ko-KR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33C1782-56CF-FF05-F876-49E607ACD0A4}"/>
                </a:ext>
              </a:extLst>
            </p:cNvPr>
            <p:cNvSpPr txBox="1"/>
            <p:nvPr/>
          </p:nvSpPr>
          <p:spPr>
            <a:xfrm>
              <a:off x="5028255" y="5333162"/>
              <a:ext cx="791518" cy="369332"/>
            </a:xfrm>
            <a:prstGeom prst="rect">
              <a:avLst/>
            </a:prstGeom>
            <a:noFill/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>
              <a:defPPr rtl="0">
                <a:defRPr lang="ko-K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ko-KR" altLang="en-US">
                  <a:solidFill>
                    <a:schemeClr val="accent4"/>
                  </a:solidFill>
                </a:rPr>
                <a:t>3</a:t>
              </a:r>
              <a:endParaRPr lang="ko-KR" altLang="en-US">
                <a:solidFill>
                  <a:schemeClr val="accent4"/>
                </a:solidFill>
                <a:cs typeface="Arial"/>
              </a:endParaRPr>
            </a:p>
          </p:txBody>
        </p:sp>
      </p:grpSp>
      <p:cxnSp>
        <p:nvCxnSpPr>
          <p:cNvPr id="13" name="연결선: 구부러짐 12">
            <a:extLst>
              <a:ext uri="{FF2B5EF4-FFF2-40B4-BE49-F238E27FC236}">
                <a16:creationId xmlns:a16="http://schemas.microsoft.com/office/drawing/2014/main" id="{EC6E9DF0-F37D-E66C-3DBC-4E3387FA124D}"/>
              </a:ext>
            </a:extLst>
          </p:cNvPr>
          <p:cNvCxnSpPr>
            <a:cxnSpLocks/>
          </p:cNvCxnSpPr>
          <p:nvPr/>
        </p:nvCxnSpPr>
        <p:spPr>
          <a:xfrm flipH="1">
            <a:off x="8447130" y="4022717"/>
            <a:ext cx="1291762" cy="2068727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연결선: 구부러짐 13">
            <a:extLst>
              <a:ext uri="{FF2B5EF4-FFF2-40B4-BE49-F238E27FC236}">
                <a16:creationId xmlns:a16="http://schemas.microsoft.com/office/drawing/2014/main" id="{EF1F5CCE-E182-7957-D814-F552FB9356AE}"/>
              </a:ext>
            </a:extLst>
          </p:cNvPr>
          <p:cNvCxnSpPr>
            <a:cxnSpLocks/>
          </p:cNvCxnSpPr>
          <p:nvPr/>
        </p:nvCxnSpPr>
        <p:spPr>
          <a:xfrm flipV="1">
            <a:off x="9449331" y="5001784"/>
            <a:ext cx="377018" cy="1101193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그림 3" descr="폰트, 텍스트, 그래픽, 로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7921C00-33E6-BC7F-44A0-084D9A5E4A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29" y="-387"/>
            <a:ext cx="2410426" cy="570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396612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2DE45C-5A85-E1EA-8CA6-AF8525B60C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235C47-9671-7A30-13A4-F2A88A4A25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047" y="1933067"/>
            <a:ext cx="4453886" cy="1078857"/>
          </a:xfrm>
        </p:spPr>
        <p:txBody>
          <a:bodyPr/>
          <a:lstStyle/>
          <a:p>
            <a:r>
              <a:rPr lang="en-US" altLang="ko-KR" sz="3600"/>
              <a:t>SHARED POOL​</a:t>
            </a:r>
            <a:br>
              <a:rPr lang="en-US" altLang="ko-KR" sz="3600"/>
            </a:br>
            <a:r>
              <a:rPr lang="ko-KR" altLang="en-US" sz="3600"/>
              <a:t>원인</a:t>
            </a:r>
            <a:r>
              <a:rPr lang="en-US" sz="3600"/>
              <a:t> </a:t>
            </a:r>
            <a:r>
              <a:rPr lang="ko-KR" altLang="en-US" sz="3600"/>
              <a:t>및</a:t>
            </a:r>
            <a:r>
              <a:rPr lang="en-US" sz="3600"/>
              <a:t> </a:t>
            </a:r>
            <a:r>
              <a:rPr lang="ko-KR" altLang="en-US" sz="3600"/>
              <a:t>해결방법</a:t>
            </a:r>
            <a:endParaRPr lang="en-US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9DA646D8-9FEE-D10B-81DD-1F47D423F2DF}"/>
              </a:ext>
            </a:extLst>
          </p:cNvPr>
          <p:cNvSpPr txBox="1">
            <a:spLocks/>
          </p:cNvSpPr>
          <p:nvPr/>
        </p:nvSpPr>
        <p:spPr>
          <a:xfrm>
            <a:off x="-5526" y="3152367"/>
            <a:ext cx="4251960" cy="224959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000" kern="1200" cap="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buAutoNum type="arabicPeriod"/>
            </a:pPr>
            <a:r>
              <a:rPr lang="ko-KR" altLang="en-US" sz="1800">
                <a:cs typeface="Arial"/>
              </a:rPr>
              <a:t>원인</a:t>
            </a:r>
          </a:p>
          <a:p>
            <a:pPr marL="742950" lvl="1" indent="-285750">
              <a:buFont typeface="Calibri"/>
              <a:buChar char="-"/>
            </a:pPr>
            <a:r>
              <a:rPr lang="ko-KR" altLang="en-US" sz="1600" cap="all">
                <a:solidFill>
                  <a:srgbClr val="3B4546"/>
                </a:solidFill>
                <a:cs typeface="Arial"/>
              </a:rPr>
              <a:t>1ST </a:t>
            </a:r>
            <a:r>
              <a:rPr lang="ko-KR" altLang="en-US" sz="1600" cap="all" err="1">
                <a:solidFill>
                  <a:srgbClr val="3B4546"/>
                </a:solidFill>
                <a:cs typeface="Arial"/>
              </a:rPr>
              <a:t>CAS는</a:t>
            </a:r>
            <a:r>
              <a:rPr lang="ko-KR" altLang="en-US" sz="1600" cap="all">
                <a:solidFill>
                  <a:srgbClr val="3B4546"/>
                </a:solidFill>
                <a:cs typeface="Arial"/>
              </a:rPr>
              <a:t> </a:t>
            </a:r>
            <a:r>
              <a:rPr lang="ko-KR" altLang="en-US" sz="1600" cap="all" err="1">
                <a:solidFill>
                  <a:srgbClr val="3B4546"/>
                </a:solidFill>
                <a:cs typeface="Arial"/>
              </a:rPr>
              <a:t>TAIL이</a:t>
            </a:r>
            <a:r>
              <a:rPr lang="ko-KR" altLang="en-US" sz="1600" cap="all">
                <a:solidFill>
                  <a:srgbClr val="3B4546"/>
                </a:solidFill>
                <a:cs typeface="Arial"/>
              </a:rPr>
              <a:t> 가리키는 NEXT 멤버변수가 </a:t>
            </a:r>
            <a:r>
              <a:rPr lang="ko-KR" altLang="en-US" sz="1600" cap="all" err="1">
                <a:solidFill>
                  <a:srgbClr val="3B4546"/>
                </a:solidFill>
                <a:cs typeface="Arial"/>
              </a:rPr>
              <a:t>NULLPTR인지를</a:t>
            </a:r>
            <a:r>
              <a:rPr lang="ko-KR" altLang="en-US" sz="1600" cap="all">
                <a:solidFill>
                  <a:srgbClr val="3B4546"/>
                </a:solidFill>
                <a:cs typeface="Arial"/>
              </a:rPr>
              <a:t> 체크하지 </a:t>
            </a:r>
            <a:r>
              <a:rPr lang="ko-KR" altLang="en-US" sz="1600" cap="all" err="1">
                <a:solidFill>
                  <a:srgbClr val="3B4546"/>
                </a:solidFill>
                <a:cs typeface="Arial"/>
              </a:rPr>
              <a:t>LOCALTAIL이</a:t>
            </a:r>
            <a:r>
              <a:rPr lang="ko-KR" altLang="en-US" sz="1600" cap="all">
                <a:solidFill>
                  <a:srgbClr val="3B4546"/>
                </a:solidFill>
                <a:cs typeface="Arial"/>
              </a:rPr>
              <a:t> 실제 기존 큐의 TAIL임을 보장하지 않음.</a:t>
            </a:r>
          </a:p>
          <a:p>
            <a:pPr marL="342900" indent="-342900">
              <a:lnSpc>
                <a:spcPct val="80000"/>
              </a:lnSpc>
              <a:spcBef>
                <a:spcPct val="0"/>
              </a:spcBef>
              <a:buFontTx/>
              <a:buAutoNum type="arabicPeriod"/>
            </a:pPr>
            <a:endParaRPr lang="ko-KR" altLang="en-US" sz="1800" cap="all">
              <a:solidFill>
                <a:srgbClr val="3B4546"/>
              </a:solidFill>
              <a:cs typeface="Arial"/>
            </a:endParaRPr>
          </a:p>
          <a:p>
            <a:pPr marL="342900" indent="-342900">
              <a:buAutoNum type="arabicPeriod"/>
            </a:pPr>
            <a:r>
              <a:rPr lang="ko-KR" altLang="en-US" sz="1800">
                <a:cs typeface="Arial"/>
              </a:rPr>
              <a:t>해결방법</a:t>
            </a:r>
          </a:p>
          <a:p>
            <a:pPr marL="800100" lvl="1" indent="-342900">
              <a:lnSpc>
                <a:spcPct val="80000"/>
              </a:lnSpc>
              <a:spcBef>
                <a:spcPct val="0"/>
              </a:spcBef>
              <a:buFont typeface="Calibri"/>
              <a:buChar char="-"/>
            </a:pPr>
            <a:r>
              <a:rPr lang="ko-KR" altLang="en-US" sz="1600" cap="all">
                <a:solidFill>
                  <a:srgbClr val="3B4546"/>
                </a:solidFill>
                <a:cs typeface="Arial"/>
              </a:rPr>
              <a:t>1ST CAS </a:t>
            </a:r>
            <a:r>
              <a:rPr lang="ko-KR" altLang="en-US" sz="1600" cap="all" err="1">
                <a:solidFill>
                  <a:srgbClr val="3B4546"/>
                </a:solidFill>
                <a:cs typeface="Arial"/>
              </a:rPr>
              <a:t>비교시</a:t>
            </a:r>
            <a:r>
              <a:rPr lang="ko-KR" altLang="en-US" sz="1600" cap="all">
                <a:solidFill>
                  <a:srgbClr val="3B4546"/>
                </a:solidFill>
                <a:cs typeface="Arial"/>
              </a:rPr>
              <a:t> 큐의 </a:t>
            </a:r>
            <a:r>
              <a:rPr lang="ko-KR" altLang="en-US" sz="1600" cap="all" err="1">
                <a:solidFill>
                  <a:srgbClr val="3B4546"/>
                </a:solidFill>
                <a:cs typeface="Arial"/>
              </a:rPr>
              <a:t>ID를</a:t>
            </a:r>
            <a:r>
              <a:rPr lang="ko-KR" altLang="en-US" sz="1600" cap="all">
                <a:solidFill>
                  <a:srgbClr val="3B4546"/>
                </a:solidFill>
                <a:cs typeface="Arial"/>
              </a:rPr>
              <a:t> 넣어 추가로 비교 하기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FFFE1DE-2B25-1086-FB91-16197A1945A0}"/>
              </a:ext>
            </a:extLst>
          </p:cNvPr>
          <p:cNvSpPr txBox="1"/>
          <p:nvPr/>
        </p:nvSpPr>
        <p:spPr>
          <a:xfrm>
            <a:off x="-7367" y="5309554"/>
            <a:ext cx="4251862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>
                <a:solidFill>
                  <a:schemeClr val="accent4"/>
                </a:solidFill>
                <a:ea typeface="+mn-lt"/>
                <a:cs typeface="+mn-lt"/>
              </a:rPr>
              <a:t>문제 재현 </a:t>
            </a:r>
          </a:p>
          <a:p>
            <a:pPr marL="285750" indent="-285750" algn="l">
              <a:buFont typeface="Calibri"/>
              <a:buChar char="-"/>
            </a:pPr>
            <a:r>
              <a:rPr lang="en-US">
                <a:solidFill>
                  <a:schemeClr val="accent4"/>
                </a:solidFill>
                <a:ea typeface="+mn-lt"/>
                <a:cs typeface="+mn-lt"/>
              </a:rPr>
              <a:t>https://youtu.be/iPoZmHwS0OM</a:t>
            </a:r>
            <a:endParaRPr lang="ko-KR">
              <a:solidFill>
                <a:schemeClr val="accent4"/>
              </a:solidFill>
              <a:ea typeface="+mn-lt"/>
              <a:cs typeface="+mn-lt"/>
            </a:endParaRPr>
          </a:p>
          <a:p>
            <a:endParaRPr lang="ko-KR">
              <a:solidFill>
                <a:schemeClr val="accent4"/>
              </a:solidFill>
              <a:ea typeface="+mn-lt"/>
              <a:cs typeface="+mn-lt"/>
            </a:endParaRPr>
          </a:p>
          <a:p>
            <a:r>
              <a:rPr lang="ko-KR" altLang="en-US">
                <a:solidFill>
                  <a:schemeClr val="accent4"/>
                </a:solidFill>
                <a:ea typeface="+mn-lt"/>
                <a:cs typeface="+mn-lt"/>
              </a:rPr>
              <a:t>문제 해결</a:t>
            </a:r>
          </a:p>
          <a:p>
            <a:pPr marL="285750" indent="-285750">
              <a:buFont typeface="Calibri"/>
              <a:buChar char="-"/>
            </a:pPr>
            <a:r>
              <a:rPr lang="en-US">
                <a:solidFill>
                  <a:schemeClr val="accent4"/>
                </a:solidFill>
                <a:ea typeface="+mn-lt"/>
                <a:cs typeface="+mn-lt"/>
              </a:rPr>
              <a:t>https://youtu.be/Jkn-RgcsvVc</a:t>
            </a:r>
            <a:endParaRPr lang="ko-KR" altLang="en-US">
              <a:solidFill>
                <a:schemeClr val="accent4"/>
              </a:solidFill>
              <a:ea typeface="+mn-lt"/>
              <a:cs typeface="+mn-lt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285750" indent="-285750">
              <a:buFont typeface="Calibri"/>
              <a:buChar char="-"/>
            </a:pPr>
            <a:endParaRPr lang="ko-KR">
              <a:solidFill>
                <a:schemeClr val="accent4"/>
              </a:solidFill>
              <a:ea typeface="+mn-lt"/>
              <a:cs typeface="+mn-lt"/>
            </a:endParaRP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00405702-5AAD-9407-5361-42A706CA4496}"/>
              </a:ext>
            </a:extLst>
          </p:cNvPr>
          <p:cNvGrpSpPr/>
          <p:nvPr/>
        </p:nvGrpSpPr>
        <p:grpSpPr>
          <a:xfrm>
            <a:off x="5206916" y="397827"/>
            <a:ext cx="981675" cy="961081"/>
            <a:chOff x="145502" y="1531534"/>
            <a:chExt cx="981675" cy="961081"/>
          </a:xfrm>
        </p:grpSpPr>
        <p:sp>
          <p:nvSpPr>
            <p:cNvPr id="36" name="사각형: 둥근 모서리 35">
              <a:extLst>
                <a:ext uri="{FF2B5EF4-FFF2-40B4-BE49-F238E27FC236}">
                  <a16:creationId xmlns:a16="http://schemas.microsoft.com/office/drawing/2014/main" id="{D96B6700-A3A0-5507-395F-C12F7552AA72}"/>
                </a:ext>
              </a:extLst>
            </p:cNvPr>
            <p:cNvSpPr/>
            <p:nvPr/>
          </p:nvSpPr>
          <p:spPr>
            <a:xfrm>
              <a:off x="145502" y="1531534"/>
              <a:ext cx="981675" cy="961081"/>
            </a:xfrm>
            <a:prstGeom prst="round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 rtl="0">
                <a:defRPr lang="ko-KR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37" name="TextBox 39">
              <a:extLst>
                <a:ext uri="{FF2B5EF4-FFF2-40B4-BE49-F238E27FC236}">
                  <a16:creationId xmlns:a16="http://schemas.microsoft.com/office/drawing/2014/main" id="{8857D049-EA51-917B-53BD-96463AEA4BB0}"/>
                </a:ext>
              </a:extLst>
            </p:cNvPr>
            <p:cNvSpPr txBox="1"/>
            <p:nvPr/>
          </p:nvSpPr>
          <p:spPr>
            <a:xfrm>
              <a:off x="468151" y="1826724"/>
              <a:ext cx="562918" cy="369332"/>
            </a:xfrm>
            <a:prstGeom prst="rect">
              <a:avLst/>
            </a:prstGeom>
            <a:noFill/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>
              <a:defPPr rtl="0">
                <a:defRPr lang="ko-K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ko-KR" altLang="en-US">
                  <a:solidFill>
                    <a:schemeClr val="accent4"/>
                  </a:solidFill>
                </a:rPr>
                <a:t>1</a:t>
              </a:r>
            </a:p>
          </p:txBody>
        </p: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B058F5AF-0C1F-C53B-385A-D5820706D27D}"/>
              </a:ext>
            </a:extLst>
          </p:cNvPr>
          <p:cNvGrpSpPr/>
          <p:nvPr/>
        </p:nvGrpSpPr>
        <p:grpSpPr>
          <a:xfrm>
            <a:off x="6749501" y="396153"/>
            <a:ext cx="981675" cy="961081"/>
            <a:chOff x="1688087" y="1529860"/>
            <a:chExt cx="981675" cy="961081"/>
          </a:xfrm>
        </p:grpSpPr>
        <p:sp>
          <p:nvSpPr>
            <p:cNvPr id="34" name="사각형: 둥근 모서리 33">
              <a:extLst>
                <a:ext uri="{FF2B5EF4-FFF2-40B4-BE49-F238E27FC236}">
                  <a16:creationId xmlns:a16="http://schemas.microsoft.com/office/drawing/2014/main" id="{B2040BE7-856B-3D06-363D-8C11C69492E0}"/>
                </a:ext>
              </a:extLst>
            </p:cNvPr>
            <p:cNvSpPr/>
            <p:nvPr/>
          </p:nvSpPr>
          <p:spPr>
            <a:xfrm>
              <a:off x="1688087" y="1529860"/>
              <a:ext cx="981675" cy="961081"/>
            </a:xfrm>
            <a:prstGeom prst="round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 rtl="0">
                <a:defRPr lang="ko-KR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35" name="TextBox 52">
              <a:extLst>
                <a:ext uri="{FF2B5EF4-FFF2-40B4-BE49-F238E27FC236}">
                  <a16:creationId xmlns:a16="http://schemas.microsoft.com/office/drawing/2014/main" id="{77E62B1C-00EF-851D-3747-2D672098451D}"/>
                </a:ext>
              </a:extLst>
            </p:cNvPr>
            <p:cNvSpPr txBox="1"/>
            <p:nvPr/>
          </p:nvSpPr>
          <p:spPr>
            <a:xfrm>
              <a:off x="2010736" y="1825050"/>
              <a:ext cx="562918" cy="369332"/>
            </a:xfrm>
            <a:prstGeom prst="rect">
              <a:avLst/>
            </a:prstGeom>
            <a:noFill/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>
              <a:defPPr rtl="0">
                <a:defRPr lang="ko-K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ko-KR" altLang="en-US">
                  <a:solidFill>
                    <a:schemeClr val="accent4"/>
                  </a:solidFill>
                </a:rPr>
                <a:t>2</a:t>
              </a:r>
            </a:p>
          </p:txBody>
        </p: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4B3A09E4-CA0F-5973-42D2-F600518E4E2D}"/>
              </a:ext>
            </a:extLst>
          </p:cNvPr>
          <p:cNvGrpSpPr/>
          <p:nvPr/>
        </p:nvGrpSpPr>
        <p:grpSpPr>
          <a:xfrm>
            <a:off x="8292087" y="395147"/>
            <a:ext cx="981675" cy="961081"/>
            <a:chOff x="3230673" y="1528854"/>
            <a:chExt cx="981675" cy="961081"/>
          </a:xfrm>
        </p:grpSpPr>
        <p:sp>
          <p:nvSpPr>
            <p:cNvPr id="32" name="사각형: 둥근 모서리 31">
              <a:extLst>
                <a:ext uri="{FF2B5EF4-FFF2-40B4-BE49-F238E27FC236}">
                  <a16:creationId xmlns:a16="http://schemas.microsoft.com/office/drawing/2014/main" id="{601FBDD5-2863-361E-B7C5-CB8F9B62DB75}"/>
                </a:ext>
              </a:extLst>
            </p:cNvPr>
            <p:cNvSpPr/>
            <p:nvPr/>
          </p:nvSpPr>
          <p:spPr>
            <a:xfrm>
              <a:off x="3230673" y="1528854"/>
              <a:ext cx="981675" cy="961081"/>
            </a:xfrm>
            <a:prstGeom prst="round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 rtl="0">
                <a:defRPr lang="ko-KR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33" name="TextBox 53">
              <a:extLst>
                <a:ext uri="{FF2B5EF4-FFF2-40B4-BE49-F238E27FC236}">
                  <a16:creationId xmlns:a16="http://schemas.microsoft.com/office/drawing/2014/main" id="{0E5F6044-BD83-5610-6219-6A52EF7EA6FE}"/>
                </a:ext>
              </a:extLst>
            </p:cNvPr>
            <p:cNvSpPr txBox="1"/>
            <p:nvPr/>
          </p:nvSpPr>
          <p:spPr>
            <a:xfrm>
              <a:off x="3565712" y="1849327"/>
              <a:ext cx="562918" cy="369332"/>
            </a:xfrm>
            <a:prstGeom prst="rect">
              <a:avLst/>
            </a:prstGeom>
            <a:noFill/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>
              <a:defPPr rtl="0">
                <a:defRPr lang="ko-K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ko-KR" altLang="en-US">
                  <a:solidFill>
                    <a:schemeClr val="accent4"/>
                  </a:solidFill>
                </a:rPr>
                <a:t>3</a:t>
              </a:r>
            </a:p>
          </p:txBody>
        </p:sp>
      </p:grpSp>
      <p:sp>
        <p:nvSpPr>
          <p:cNvPr id="22" name="TextBox 6">
            <a:extLst>
              <a:ext uri="{FF2B5EF4-FFF2-40B4-BE49-F238E27FC236}">
                <a16:creationId xmlns:a16="http://schemas.microsoft.com/office/drawing/2014/main" id="{4A55FA7E-661E-1CCB-4478-00A1B9C27C1B}"/>
              </a:ext>
            </a:extLst>
          </p:cNvPr>
          <p:cNvSpPr txBox="1"/>
          <p:nvPr/>
        </p:nvSpPr>
        <p:spPr>
          <a:xfrm>
            <a:off x="9769707" y="696198"/>
            <a:ext cx="919891" cy="36933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rtl="0">
              <a:defRPr lang="ko-K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 err="1">
                <a:solidFill>
                  <a:schemeClr val="accent4"/>
                </a:solidFill>
              </a:rPr>
              <a:t>nullptr</a:t>
            </a:r>
            <a:endParaRPr lang="ko-KR" altLang="en-US">
              <a:solidFill>
                <a:schemeClr val="accent4"/>
              </a:solidFill>
              <a:cs typeface="Arial"/>
            </a:endParaRPr>
          </a:p>
        </p:txBody>
      </p:sp>
      <p:sp>
        <p:nvSpPr>
          <p:cNvPr id="23" name="TextBox 7">
            <a:extLst>
              <a:ext uri="{FF2B5EF4-FFF2-40B4-BE49-F238E27FC236}">
                <a16:creationId xmlns:a16="http://schemas.microsoft.com/office/drawing/2014/main" id="{740BF350-1BBD-F136-89A7-F6DE0F7AB42B}"/>
              </a:ext>
            </a:extLst>
          </p:cNvPr>
          <p:cNvSpPr txBox="1"/>
          <p:nvPr/>
        </p:nvSpPr>
        <p:spPr>
          <a:xfrm>
            <a:off x="8377143" y="1516131"/>
            <a:ext cx="2141837" cy="92333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rtl="0">
              <a:defRPr lang="ko-K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err="1">
                <a:solidFill>
                  <a:schemeClr val="accent4"/>
                </a:solidFill>
              </a:rPr>
              <a:t>Th</a:t>
            </a:r>
            <a:r>
              <a:rPr lang="ko-KR" altLang="en-US">
                <a:solidFill>
                  <a:schemeClr val="accent4"/>
                </a:solidFill>
              </a:rPr>
              <a:t> : 1</a:t>
            </a:r>
            <a:endParaRPr lang="ko-KR" altLang="en-US">
              <a:solidFill>
                <a:schemeClr val="accent4"/>
              </a:solidFill>
              <a:cs typeface="Arial"/>
            </a:endParaRPr>
          </a:p>
          <a:p>
            <a:r>
              <a:rPr lang="ko-KR" altLang="en-US" err="1">
                <a:solidFill>
                  <a:schemeClr val="accent4"/>
                </a:solidFill>
              </a:rPr>
              <a:t>LocalTail</a:t>
            </a:r>
            <a:r>
              <a:rPr lang="ko-KR" altLang="en-US">
                <a:solidFill>
                  <a:schemeClr val="accent4"/>
                </a:solidFill>
              </a:rPr>
              <a:t> : 3</a:t>
            </a:r>
            <a:endParaRPr lang="ko-KR" altLang="en-US">
              <a:solidFill>
                <a:schemeClr val="accent4"/>
              </a:solidFill>
              <a:cs typeface="Arial"/>
            </a:endParaRPr>
          </a:p>
          <a:p>
            <a:endParaRPr lang="ko-KR" altLang="en-US"/>
          </a:p>
        </p:txBody>
      </p:sp>
      <p:sp>
        <p:nvSpPr>
          <p:cNvPr id="24" name="TextBox 59">
            <a:extLst>
              <a:ext uri="{FF2B5EF4-FFF2-40B4-BE49-F238E27FC236}">
                <a16:creationId xmlns:a16="http://schemas.microsoft.com/office/drawing/2014/main" id="{25F6E966-AC48-4092-AC3E-2A8B604F7C60}"/>
              </a:ext>
            </a:extLst>
          </p:cNvPr>
          <p:cNvSpPr txBox="1"/>
          <p:nvPr/>
        </p:nvSpPr>
        <p:spPr>
          <a:xfrm>
            <a:off x="8552113" y="984354"/>
            <a:ext cx="892432" cy="36933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rtl="0">
              <a:defRPr lang="ko-K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 err="1">
                <a:solidFill>
                  <a:schemeClr val="accent4"/>
                </a:solidFill>
              </a:rPr>
              <a:t>tail</a:t>
            </a:r>
            <a:endParaRPr lang="ko-KR" altLang="en-US">
              <a:solidFill>
                <a:schemeClr val="accent4"/>
              </a:solidFill>
              <a:cs typeface="Arial"/>
            </a:endParaRPr>
          </a:p>
        </p:txBody>
      </p: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C2EF9BF9-9429-CE54-32BB-F002AC1F6A7A}"/>
              </a:ext>
            </a:extLst>
          </p:cNvPr>
          <p:cNvGrpSpPr/>
          <p:nvPr/>
        </p:nvGrpSpPr>
        <p:grpSpPr>
          <a:xfrm>
            <a:off x="8278357" y="2169967"/>
            <a:ext cx="1200855" cy="961081"/>
            <a:chOff x="3216942" y="3303674"/>
            <a:chExt cx="1200855" cy="961081"/>
          </a:xfrm>
        </p:grpSpPr>
        <p:sp>
          <p:nvSpPr>
            <p:cNvPr id="30" name="사각형: 둥근 모서리 29">
              <a:extLst>
                <a:ext uri="{FF2B5EF4-FFF2-40B4-BE49-F238E27FC236}">
                  <a16:creationId xmlns:a16="http://schemas.microsoft.com/office/drawing/2014/main" id="{E6ADCAF0-2E76-57B6-932E-C40E5CA18722}"/>
                </a:ext>
              </a:extLst>
            </p:cNvPr>
            <p:cNvSpPr/>
            <p:nvPr/>
          </p:nvSpPr>
          <p:spPr>
            <a:xfrm>
              <a:off x="3216942" y="3303674"/>
              <a:ext cx="981675" cy="961081"/>
            </a:xfrm>
            <a:prstGeom prst="round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 rtl="0">
                <a:defRPr lang="ko-KR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31" name="TextBox 12">
              <a:extLst>
                <a:ext uri="{FF2B5EF4-FFF2-40B4-BE49-F238E27FC236}">
                  <a16:creationId xmlns:a16="http://schemas.microsoft.com/office/drawing/2014/main" id="{D1F56046-E951-8438-9D99-A66BA495C2E0}"/>
                </a:ext>
              </a:extLst>
            </p:cNvPr>
            <p:cNvSpPr txBox="1"/>
            <p:nvPr/>
          </p:nvSpPr>
          <p:spPr>
            <a:xfrm>
              <a:off x="3229172" y="3571474"/>
              <a:ext cx="1188625" cy="584775"/>
            </a:xfrm>
            <a:prstGeom prst="rect">
              <a:avLst/>
            </a:prstGeom>
            <a:noFill/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>
              <a:defPPr rtl="0">
                <a:defRPr lang="ko-K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1600">
                  <a:solidFill>
                    <a:schemeClr val="accent4"/>
                  </a:solidFill>
                </a:rPr>
                <a:t>newNode</a:t>
              </a:r>
              <a:endParaRPr lang="ko-KR" altLang="en-US" sz="1600">
                <a:solidFill>
                  <a:schemeClr val="accent4"/>
                </a:solidFill>
                <a:cs typeface="Arial"/>
              </a:endParaRPr>
            </a:p>
            <a:p>
              <a:r>
                <a:rPr lang="ko-KR" altLang="en-US" sz="1600">
                  <a:solidFill>
                    <a:schemeClr val="accent4"/>
                  </a:solidFill>
                </a:rPr>
                <a:t>      1</a:t>
              </a:r>
              <a:endParaRPr lang="ko-KR" altLang="en-US" sz="1600">
                <a:solidFill>
                  <a:schemeClr val="accent4"/>
                </a:solidFill>
                <a:cs typeface="Arial"/>
              </a:endParaRPr>
            </a:p>
          </p:txBody>
        </p:sp>
      </p:grp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2A548DD4-E690-8559-16D6-0FA05FB61E06}"/>
              </a:ext>
            </a:extLst>
          </p:cNvPr>
          <p:cNvCxnSpPr>
            <a:cxnSpLocks/>
          </p:cNvCxnSpPr>
          <p:nvPr/>
        </p:nvCxnSpPr>
        <p:spPr>
          <a:xfrm flipV="1">
            <a:off x="6198972" y="895612"/>
            <a:ext cx="552036" cy="8709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6E22D173-1392-32C8-8F5E-BCCCC888C30B}"/>
              </a:ext>
            </a:extLst>
          </p:cNvPr>
          <p:cNvCxnSpPr>
            <a:cxnSpLocks/>
          </p:cNvCxnSpPr>
          <p:nvPr/>
        </p:nvCxnSpPr>
        <p:spPr>
          <a:xfrm flipV="1">
            <a:off x="7735361" y="864636"/>
            <a:ext cx="552036" cy="8709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446D8394-48FD-6A6F-3BF6-C4B46542470E}"/>
              </a:ext>
            </a:extLst>
          </p:cNvPr>
          <p:cNvCxnSpPr>
            <a:cxnSpLocks/>
          </p:cNvCxnSpPr>
          <p:nvPr/>
        </p:nvCxnSpPr>
        <p:spPr>
          <a:xfrm flipV="1">
            <a:off x="9277947" y="864636"/>
            <a:ext cx="552036" cy="8709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01BF9032-6360-C99E-0257-37FE6D794E27}"/>
              </a:ext>
            </a:extLst>
          </p:cNvPr>
          <p:cNvGrpSpPr/>
          <p:nvPr/>
        </p:nvGrpSpPr>
        <p:grpSpPr>
          <a:xfrm>
            <a:off x="4793826" y="4516034"/>
            <a:ext cx="981675" cy="961081"/>
            <a:chOff x="108331" y="5019388"/>
            <a:chExt cx="981675" cy="961081"/>
          </a:xfrm>
        </p:grpSpPr>
        <p:sp>
          <p:nvSpPr>
            <p:cNvPr id="63" name="사각형: 둥근 모서리 62">
              <a:extLst>
                <a:ext uri="{FF2B5EF4-FFF2-40B4-BE49-F238E27FC236}">
                  <a16:creationId xmlns:a16="http://schemas.microsoft.com/office/drawing/2014/main" id="{D7C0BB7D-AF13-67E7-9E7B-E81B724D5267}"/>
                </a:ext>
              </a:extLst>
            </p:cNvPr>
            <p:cNvSpPr/>
            <p:nvPr/>
          </p:nvSpPr>
          <p:spPr>
            <a:xfrm>
              <a:off x="108331" y="5019388"/>
              <a:ext cx="981675" cy="961081"/>
            </a:xfrm>
            <a:prstGeom prst="round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 rtl="0">
                <a:defRPr lang="ko-KR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64" name="TextBox 44">
              <a:extLst>
                <a:ext uri="{FF2B5EF4-FFF2-40B4-BE49-F238E27FC236}">
                  <a16:creationId xmlns:a16="http://schemas.microsoft.com/office/drawing/2014/main" id="{20D59912-5305-2328-A14F-D7FD9BE5DA87}"/>
                </a:ext>
              </a:extLst>
            </p:cNvPr>
            <p:cNvSpPr txBox="1"/>
            <p:nvPr/>
          </p:nvSpPr>
          <p:spPr>
            <a:xfrm>
              <a:off x="430980" y="5314578"/>
              <a:ext cx="562918" cy="369332"/>
            </a:xfrm>
            <a:prstGeom prst="rect">
              <a:avLst/>
            </a:prstGeom>
            <a:noFill/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>
              <a:defPPr rtl="0">
                <a:defRPr lang="ko-K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ko-KR" altLang="en-US">
                  <a:solidFill>
                    <a:schemeClr val="accent4"/>
                  </a:solidFill>
                </a:rPr>
                <a:t>4</a:t>
              </a:r>
            </a:p>
          </p:txBody>
        </p:sp>
      </p:grp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72FB4C39-C1EE-10A0-BACF-99F5AA2599C2}"/>
              </a:ext>
            </a:extLst>
          </p:cNvPr>
          <p:cNvGrpSpPr/>
          <p:nvPr/>
        </p:nvGrpSpPr>
        <p:grpSpPr>
          <a:xfrm>
            <a:off x="6336411" y="4514360"/>
            <a:ext cx="981675" cy="961081"/>
            <a:chOff x="1650916" y="5017714"/>
            <a:chExt cx="981675" cy="961081"/>
          </a:xfrm>
        </p:grpSpPr>
        <p:sp>
          <p:nvSpPr>
            <p:cNvPr id="61" name="사각형: 둥근 모서리 60">
              <a:extLst>
                <a:ext uri="{FF2B5EF4-FFF2-40B4-BE49-F238E27FC236}">
                  <a16:creationId xmlns:a16="http://schemas.microsoft.com/office/drawing/2014/main" id="{6425B1CC-9F1D-07C1-A639-0E78325AD414}"/>
                </a:ext>
              </a:extLst>
            </p:cNvPr>
            <p:cNvSpPr/>
            <p:nvPr/>
          </p:nvSpPr>
          <p:spPr>
            <a:xfrm>
              <a:off x="1650916" y="5017714"/>
              <a:ext cx="981675" cy="961081"/>
            </a:xfrm>
            <a:prstGeom prst="round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 rtl="0">
                <a:defRPr lang="ko-KR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62" name="TextBox 47">
              <a:extLst>
                <a:ext uri="{FF2B5EF4-FFF2-40B4-BE49-F238E27FC236}">
                  <a16:creationId xmlns:a16="http://schemas.microsoft.com/office/drawing/2014/main" id="{A5B0928F-3462-A273-4812-B1AFEF097A54}"/>
                </a:ext>
              </a:extLst>
            </p:cNvPr>
            <p:cNvSpPr txBox="1"/>
            <p:nvPr/>
          </p:nvSpPr>
          <p:spPr>
            <a:xfrm>
              <a:off x="1973565" y="5312904"/>
              <a:ext cx="562918" cy="369332"/>
            </a:xfrm>
            <a:prstGeom prst="rect">
              <a:avLst/>
            </a:prstGeom>
            <a:noFill/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>
              <a:defPPr rtl="0">
                <a:defRPr lang="ko-K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ko-KR" altLang="en-US">
                  <a:solidFill>
                    <a:schemeClr val="accent4"/>
                  </a:solidFill>
                </a:rPr>
                <a:t>5</a:t>
              </a:r>
            </a:p>
          </p:txBody>
        </p:sp>
      </p:grp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FEF142A8-AF1A-F765-2B4E-8F9A4B63112A}"/>
              </a:ext>
            </a:extLst>
          </p:cNvPr>
          <p:cNvGrpSpPr/>
          <p:nvPr/>
        </p:nvGrpSpPr>
        <p:grpSpPr>
          <a:xfrm>
            <a:off x="7878997" y="4513354"/>
            <a:ext cx="981675" cy="961081"/>
            <a:chOff x="3193502" y="5016708"/>
            <a:chExt cx="981675" cy="961081"/>
          </a:xfrm>
        </p:grpSpPr>
        <p:sp>
          <p:nvSpPr>
            <p:cNvPr id="59" name="사각형: 둥근 모서리 58">
              <a:extLst>
                <a:ext uri="{FF2B5EF4-FFF2-40B4-BE49-F238E27FC236}">
                  <a16:creationId xmlns:a16="http://schemas.microsoft.com/office/drawing/2014/main" id="{22CADABC-1258-3B1F-756B-0D82D2CDC5FE}"/>
                </a:ext>
              </a:extLst>
            </p:cNvPr>
            <p:cNvSpPr/>
            <p:nvPr/>
          </p:nvSpPr>
          <p:spPr>
            <a:xfrm>
              <a:off x="3193502" y="5016708"/>
              <a:ext cx="981675" cy="961081"/>
            </a:xfrm>
            <a:prstGeom prst="round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 rtl="0">
                <a:defRPr lang="ko-KR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60" name="TextBox 50">
              <a:extLst>
                <a:ext uri="{FF2B5EF4-FFF2-40B4-BE49-F238E27FC236}">
                  <a16:creationId xmlns:a16="http://schemas.microsoft.com/office/drawing/2014/main" id="{A3567453-4A37-C77A-BF51-B0FD7DB93CE5}"/>
                </a:ext>
              </a:extLst>
            </p:cNvPr>
            <p:cNvSpPr txBox="1"/>
            <p:nvPr/>
          </p:nvSpPr>
          <p:spPr>
            <a:xfrm>
              <a:off x="3528541" y="5318596"/>
              <a:ext cx="562918" cy="369332"/>
            </a:xfrm>
            <a:prstGeom prst="rect">
              <a:avLst/>
            </a:prstGeom>
            <a:noFill/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>
              <a:defPPr rtl="0">
                <a:defRPr lang="ko-K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ko-KR" altLang="en-US">
                  <a:solidFill>
                    <a:schemeClr val="accent4"/>
                  </a:solidFill>
                </a:rPr>
                <a:t>3</a:t>
              </a:r>
              <a:endParaRPr lang="ko-KR" altLang="en-US">
                <a:solidFill>
                  <a:schemeClr val="accent4"/>
                </a:solidFill>
                <a:cs typeface="Arial"/>
              </a:endParaRPr>
            </a:p>
          </p:txBody>
        </p:sp>
      </p:grpSp>
      <p:sp>
        <p:nvSpPr>
          <p:cNvPr id="50" name="TextBox 58">
            <a:extLst>
              <a:ext uri="{FF2B5EF4-FFF2-40B4-BE49-F238E27FC236}">
                <a16:creationId xmlns:a16="http://schemas.microsoft.com/office/drawing/2014/main" id="{EF433E72-B4AF-7E5C-C063-93F9F622EA6F}"/>
              </a:ext>
            </a:extLst>
          </p:cNvPr>
          <p:cNvSpPr txBox="1"/>
          <p:nvPr/>
        </p:nvSpPr>
        <p:spPr>
          <a:xfrm>
            <a:off x="8120438" y="5102562"/>
            <a:ext cx="892432" cy="36933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rtl="0">
              <a:defRPr lang="ko-K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 err="1">
                <a:solidFill>
                  <a:schemeClr val="accent4"/>
                </a:solidFill>
              </a:rPr>
              <a:t>tail</a:t>
            </a:r>
            <a:endParaRPr lang="ko-KR" altLang="en-US">
              <a:solidFill>
                <a:schemeClr val="accent4"/>
              </a:solidFill>
              <a:cs typeface="Arial"/>
            </a:endParaRPr>
          </a:p>
        </p:txBody>
      </p:sp>
      <p:sp>
        <p:nvSpPr>
          <p:cNvPr id="51" name="TextBox 60">
            <a:extLst>
              <a:ext uri="{FF2B5EF4-FFF2-40B4-BE49-F238E27FC236}">
                <a16:creationId xmlns:a16="http://schemas.microsoft.com/office/drawing/2014/main" id="{B4DF2CF6-C965-6343-C226-E7DA1B400D72}"/>
              </a:ext>
            </a:extLst>
          </p:cNvPr>
          <p:cNvSpPr txBox="1"/>
          <p:nvPr/>
        </p:nvSpPr>
        <p:spPr>
          <a:xfrm>
            <a:off x="10965860" y="4808209"/>
            <a:ext cx="919891" cy="36933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rtl="0">
              <a:defRPr lang="ko-K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 err="1">
                <a:solidFill>
                  <a:schemeClr val="accent4"/>
                </a:solidFill>
              </a:rPr>
              <a:t>nullptr</a:t>
            </a:r>
            <a:endParaRPr lang="ko-KR" altLang="en-US" err="1">
              <a:solidFill>
                <a:schemeClr val="accent4"/>
              </a:solidFill>
              <a:cs typeface="Arial"/>
            </a:endParaRPr>
          </a:p>
        </p:txBody>
      </p:sp>
      <p:cxnSp>
        <p:nvCxnSpPr>
          <p:cNvPr id="65" name="직선 화살표 연결선 64">
            <a:extLst>
              <a:ext uri="{FF2B5EF4-FFF2-40B4-BE49-F238E27FC236}">
                <a16:creationId xmlns:a16="http://schemas.microsoft.com/office/drawing/2014/main" id="{87179A5B-6E94-56F5-B0FA-264ADE42D7A6}"/>
              </a:ext>
            </a:extLst>
          </p:cNvPr>
          <p:cNvCxnSpPr>
            <a:cxnSpLocks/>
          </p:cNvCxnSpPr>
          <p:nvPr/>
        </p:nvCxnSpPr>
        <p:spPr>
          <a:xfrm flipV="1">
            <a:off x="5785881" y="4989038"/>
            <a:ext cx="552036" cy="8709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직선 화살표 연결선 65">
            <a:extLst>
              <a:ext uri="{FF2B5EF4-FFF2-40B4-BE49-F238E27FC236}">
                <a16:creationId xmlns:a16="http://schemas.microsoft.com/office/drawing/2014/main" id="{FDC4FFF1-1ABE-7F82-6446-86CE5E4C6623}"/>
              </a:ext>
            </a:extLst>
          </p:cNvPr>
          <p:cNvCxnSpPr>
            <a:cxnSpLocks/>
          </p:cNvCxnSpPr>
          <p:nvPr/>
        </p:nvCxnSpPr>
        <p:spPr>
          <a:xfrm flipV="1">
            <a:off x="7322271" y="4995234"/>
            <a:ext cx="552036" cy="8709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직선 화살표 연결선 66">
            <a:extLst>
              <a:ext uri="{FF2B5EF4-FFF2-40B4-BE49-F238E27FC236}">
                <a16:creationId xmlns:a16="http://schemas.microsoft.com/office/drawing/2014/main" id="{9A094D95-815E-8CF4-F640-56A26F48D849}"/>
              </a:ext>
            </a:extLst>
          </p:cNvPr>
          <p:cNvCxnSpPr>
            <a:cxnSpLocks/>
          </p:cNvCxnSpPr>
          <p:nvPr/>
        </p:nvCxnSpPr>
        <p:spPr>
          <a:xfrm flipV="1">
            <a:off x="8864856" y="4989039"/>
            <a:ext cx="552036" cy="8709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6">
            <a:extLst>
              <a:ext uri="{FF2B5EF4-FFF2-40B4-BE49-F238E27FC236}">
                <a16:creationId xmlns:a16="http://schemas.microsoft.com/office/drawing/2014/main" id="{DFA732BE-BECB-0286-2F29-781715BEC7C4}"/>
              </a:ext>
            </a:extLst>
          </p:cNvPr>
          <p:cNvSpPr txBox="1"/>
          <p:nvPr/>
        </p:nvSpPr>
        <p:spPr>
          <a:xfrm>
            <a:off x="6752187" y="1519158"/>
            <a:ext cx="1171351" cy="36933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rtl="0">
              <a:defRPr lang="ko-K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>
                <a:solidFill>
                  <a:schemeClr val="accent4"/>
                </a:solidFill>
                <a:cs typeface="Arial"/>
              </a:rPr>
              <a:t>&lt;LFQ1&gt;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AE30AEBA-BAF4-E238-FE9C-CE27D3F13E80}"/>
              </a:ext>
            </a:extLst>
          </p:cNvPr>
          <p:cNvSpPr/>
          <p:nvPr/>
        </p:nvSpPr>
        <p:spPr>
          <a:xfrm>
            <a:off x="5099307" y="2368727"/>
            <a:ext cx="981675" cy="961081"/>
          </a:xfrm>
          <a:prstGeom prst="roundRect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rtl="0">
              <a:defRPr lang="ko-K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5" name="TextBox 53">
            <a:extLst>
              <a:ext uri="{FF2B5EF4-FFF2-40B4-BE49-F238E27FC236}">
                <a16:creationId xmlns:a16="http://schemas.microsoft.com/office/drawing/2014/main" id="{9D835427-265A-8242-0208-14F2D4EBF4D2}"/>
              </a:ext>
            </a:extLst>
          </p:cNvPr>
          <p:cNvSpPr txBox="1"/>
          <p:nvPr/>
        </p:nvSpPr>
        <p:spPr>
          <a:xfrm>
            <a:off x="5434346" y="2689200"/>
            <a:ext cx="562918" cy="36933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rtl="0">
              <a:defRPr lang="ko-K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>
                <a:solidFill>
                  <a:schemeClr val="accent4"/>
                </a:solidFill>
              </a:rPr>
              <a:t>3</a:t>
            </a:r>
          </a:p>
        </p:txBody>
      </p:sp>
      <p:sp>
        <p:nvSpPr>
          <p:cNvPr id="38" name="TextBox 58">
            <a:extLst>
              <a:ext uri="{FF2B5EF4-FFF2-40B4-BE49-F238E27FC236}">
                <a16:creationId xmlns:a16="http://schemas.microsoft.com/office/drawing/2014/main" id="{ACCD9BB0-6452-8188-8A00-C9F15360679E}"/>
              </a:ext>
            </a:extLst>
          </p:cNvPr>
          <p:cNvSpPr txBox="1"/>
          <p:nvPr/>
        </p:nvSpPr>
        <p:spPr>
          <a:xfrm>
            <a:off x="6581198" y="5102562"/>
            <a:ext cx="892432" cy="36933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rtl="0">
              <a:defRPr lang="ko-K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 err="1">
                <a:solidFill>
                  <a:schemeClr val="accent4"/>
                </a:solidFill>
              </a:rPr>
              <a:t>tail</a:t>
            </a:r>
            <a:endParaRPr lang="ko-KR" altLang="en-US">
              <a:solidFill>
                <a:schemeClr val="accent4"/>
              </a:solidFill>
              <a:cs typeface="Arial"/>
            </a:endParaRPr>
          </a:p>
        </p:txBody>
      </p:sp>
      <p:sp>
        <p:nvSpPr>
          <p:cNvPr id="42" name="TextBox 6">
            <a:extLst>
              <a:ext uri="{FF2B5EF4-FFF2-40B4-BE49-F238E27FC236}">
                <a16:creationId xmlns:a16="http://schemas.microsoft.com/office/drawing/2014/main" id="{64B08E77-1290-B26D-173D-C91EBAA4AD60}"/>
              </a:ext>
            </a:extLst>
          </p:cNvPr>
          <p:cNvSpPr txBox="1"/>
          <p:nvPr/>
        </p:nvSpPr>
        <p:spPr>
          <a:xfrm>
            <a:off x="6302607" y="5725398"/>
            <a:ext cx="1171351" cy="36933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rtl="0">
              <a:defRPr lang="ko-K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>
                <a:solidFill>
                  <a:schemeClr val="accent4"/>
                </a:solidFill>
                <a:cs typeface="Arial"/>
              </a:rPr>
              <a:t>&lt;LFQ2&gt;</a:t>
            </a:r>
          </a:p>
        </p:txBody>
      </p:sp>
      <p:sp>
        <p:nvSpPr>
          <p:cNvPr id="43" name="TextBox 6">
            <a:extLst>
              <a:ext uri="{FF2B5EF4-FFF2-40B4-BE49-F238E27FC236}">
                <a16:creationId xmlns:a16="http://schemas.microsoft.com/office/drawing/2014/main" id="{B0A45121-139B-1D51-C10B-FCEA67FF1C49}"/>
              </a:ext>
            </a:extLst>
          </p:cNvPr>
          <p:cNvSpPr txBox="1"/>
          <p:nvPr/>
        </p:nvSpPr>
        <p:spPr>
          <a:xfrm>
            <a:off x="4824327" y="3431778"/>
            <a:ext cx="2131471" cy="36933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rtl="0">
              <a:defRPr lang="ko-K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>
                <a:solidFill>
                  <a:schemeClr val="accent4"/>
                </a:solidFill>
                <a:cs typeface="Arial"/>
              </a:rPr>
              <a:t>&lt;공용 노드 풀&gt;</a:t>
            </a:r>
          </a:p>
        </p:txBody>
      </p:sp>
      <p:cxnSp>
        <p:nvCxnSpPr>
          <p:cNvPr id="47" name="직선 화살표 연결선 46">
            <a:extLst>
              <a:ext uri="{FF2B5EF4-FFF2-40B4-BE49-F238E27FC236}">
                <a16:creationId xmlns:a16="http://schemas.microsoft.com/office/drawing/2014/main" id="{45E77EDE-30A3-2698-08EB-0DEFD3D49F94}"/>
              </a:ext>
            </a:extLst>
          </p:cNvPr>
          <p:cNvCxnSpPr>
            <a:cxnSpLocks/>
          </p:cNvCxnSpPr>
          <p:nvPr/>
        </p:nvCxnSpPr>
        <p:spPr>
          <a:xfrm flipH="1">
            <a:off x="5669463" y="972404"/>
            <a:ext cx="3113184" cy="1789611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43BA6691-272D-C419-6DEB-F96EE7C2506C}"/>
              </a:ext>
            </a:extLst>
          </p:cNvPr>
          <p:cNvGrpSpPr/>
          <p:nvPr/>
        </p:nvGrpSpPr>
        <p:grpSpPr>
          <a:xfrm>
            <a:off x="9421357" y="4516927"/>
            <a:ext cx="1200855" cy="961081"/>
            <a:chOff x="3216942" y="3303674"/>
            <a:chExt cx="1200855" cy="961081"/>
          </a:xfrm>
        </p:grpSpPr>
        <p:sp>
          <p:nvSpPr>
            <p:cNvPr id="55" name="사각형: 둥근 모서리 54">
              <a:extLst>
                <a:ext uri="{FF2B5EF4-FFF2-40B4-BE49-F238E27FC236}">
                  <a16:creationId xmlns:a16="http://schemas.microsoft.com/office/drawing/2014/main" id="{DC61D7CF-8E0D-C0A6-834D-D255BBF7BE07}"/>
                </a:ext>
              </a:extLst>
            </p:cNvPr>
            <p:cNvSpPr/>
            <p:nvPr/>
          </p:nvSpPr>
          <p:spPr>
            <a:xfrm>
              <a:off x="3216942" y="3303674"/>
              <a:ext cx="981675" cy="961081"/>
            </a:xfrm>
            <a:prstGeom prst="round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 rtl="0">
                <a:defRPr lang="ko-KR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56" name="TextBox 12">
              <a:extLst>
                <a:ext uri="{FF2B5EF4-FFF2-40B4-BE49-F238E27FC236}">
                  <a16:creationId xmlns:a16="http://schemas.microsoft.com/office/drawing/2014/main" id="{EF6E65E9-0491-19D3-CB3B-0E0FB83F5ABB}"/>
                </a:ext>
              </a:extLst>
            </p:cNvPr>
            <p:cNvSpPr txBox="1"/>
            <p:nvPr/>
          </p:nvSpPr>
          <p:spPr>
            <a:xfrm>
              <a:off x="3229172" y="3571474"/>
              <a:ext cx="1188625" cy="584775"/>
            </a:xfrm>
            <a:prstGeom prst="rect">
              <a:avLst/>
            </a:prstGeom>
            <a:noFill/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>
              <a:defPPr rtl="0">
                <a:defRPr lang="ko-K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1600">
                  <a:solidFill>
                    <a:schemeClr val="accent4"/>
                  </a:solidFill>
                </a:rPr>
                <a:t>newNode</a:t>
              </a:r>
              <a:endParaRPr lang="ko-KR" altLang="en-US" sz="1600">
                <a:solidFill>
                  <a:schemeClr val="accent4"/>
                </a:solidFill>
                <a:cs typeface="Arial"/>
              </a:endParaRPr>
            </a:p>
            <a:p>
              <a:r>
                <a:rPr lang="ko-KR" altLang="en-US" sz="1600">
                  <a:solidFill>
                    <a:schemeClr val="accent4"/>
                  </a:solidFill>
                </a:rPr>
                <a:t>      1</a:t>
              </a:r>
              <a:endParaRPr lang="ko-KR" altLang="en-US" sz="1600">
                <a:solidFill>
                  <a:schemeClr val="accent4"/>
                </a:solidFill>
                <a:cs typeface="Arial"/>
              </a:endParaRPr>
            </a:p>
          </p:txBody>
        </p:sp>
      </p:grpSp>
      <p:cxnSp>
        <p:nvCxnSpPr>
          <p:cNvPr id="68" name="직선 화살표 연결선 67">
            <a:extLst>
              <a:ext uri="{FF2B5EF4-FFF2-40B4-BE49-F238E27FC236}">
                <a16:creationId xmlns:a16="http://schemas.microsoft.com/office/drawing/2014/main" id="{40543D63-B572-A642-1B6F-E7F23421A40B}"/>
              </a:ext>
            </a:extLst>
          </p:cNvPr>
          <p:cNvCxnSpPr>
            <a:cxnSpLocks/>
          </p:cNvCxnSpPr>
          <p:nvPr/>
        </p:nvCxnSpPr>
        <p:spPr>
          <a:xfrm flipV="1">
            <a:off x="10411716" y="4989039"/>
            <a:ext cx="552036" cy="8709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그림 4" descr="폰트, 텍스트, 그래픽, 로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14A595F-DBCA-9F15-853B-DF252AB962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29" y="-387"/>
            <a:ext cx="2410426" cy="570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366161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7D8361-B50C-9150-4A61-5FEBC41061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D7A3D0-3E77-210D-491E-32EA160299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6460" y="1852456"/>
            <a:ext cx="4846320" cy="838371"/>
          </a:xfrm>
        </p:spPr>
        <p:txBody>
          <a:bodyPr/>
          <a:lstStyle/>
          <a:p>
            <a:r>
              <a:rPr lang="ko-KR" altLang="en-US" sz="4400">
                <a:cs typeface="Arial"/>
              </a:rPr>
              <a:t>성능 비교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6E80C5-9ED8-C2A3-F3EA-2FD8E0E3931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63909" y="2269683"/>
            <a:ext cx="4858512" cy="4060539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457200" indent="-457200">
              <a:buAutoNum type="arabicPeriod"/>
            </a:pPr>
            <a:r>
              <a:rPr lang="ko-KR" altLang="en-US" dirty="0">
                <a:cs typeface="Arial"/>
              </a:rPr>
              <a:t>테스트 환경 및 목적</a:t>
            </a:r>
          </a:p>
          <a:p>
            <a:pPr marL="457200" indent="-457200">
              <a:buAutoNum type="arabicPeriod"/>
            </a:pPr>
            <a:endParaRPr lang="ko-KR" altLang="en-US">
              <a:cs typeface="Arial"/>
            </a:endParaRPr>
          </a:p>
          <a:p>
            <a:pPr marL="457200" indent="-457200">
              <a:buAutoNum type="arabicPeriod"/>
            </a:pPr>
            <a:r>
              <a:rPr lang="ko-KR" altLang="en-US" dirty="0">
                <a:cs typeface="Arial"/>
              </a:rPr>
              <a:t>성능 비교 결과</a:t>
            </a:r>
          </a:p>
          <a:p>
            <a:pPr marL="457200" indent="-457200">
              <a:buAutoNum type="arabicPeriod"/>
            </a:pPr>
            <a:endParaRPr lang="ko-KR" altLang="en-US">
              <a:cs typeface="Arial"/>
            </a:endParaRPr>
          </a:p>
          <a:p>
            <a:pPr marL="457200" indent="-457200">
              <a:buAutoNum type="arabicPeriod"/>
            </a:pPr>
            <a:r>
              <a:rPr lang="ko-KR" altLang="en-US" dirty="0">
                <a:cs typeface="Arial"/>
              </a:rPr>
              <a:t>결과 및 분석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2AE1E80A-39BC-155C-2539-A30572D43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smtClean="0"/>
              <a:pPr/>
              <a:t>29</a:t>
            </a:fld>
            <a:endParaRPr lang="en-US"/>
          </a:p>
        </p:txBody>
      </p:sp>
      <p:pic>
        <p:nvPicPr>
          <p:cNvPr id="5" name="그림 4" descr="폰트, 텍스트, 그래픽, 로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8BFFEF2-DAED-61A9-1421-A95A3AB989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29" y="-387"/>
            <a:ext cx="2410426" cy="570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442716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2DA6C0-CA59-4F4F-D1AB-0C2618BE98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A49777-3A0F-33AA-89D8-F1FDA5308D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144" y="655320"/>
            <a:ext cx="10515600" cy="2320301"/>
          </a:xfrm>
        </p:spPr>
        <p:txBody>
          <a:bodyPr/>
          <a:lstStyle/>
          <a:p>
            <a:r>
              <a:rPr lang="ko-KR" altLang="en-US"/>
              <a:t>테스트 환경 및 목적</a:t>
            </a:r>
            <a:br>
              <a:rPr lang="ko-KR" altLang="en-US">
                <a:cs typeface="Arial"/>
              </a:rPr>
            </a:br>
            <a:br>
              <a:rPr lang="ko-KR" altLang="en-US"/>
            </a:br>
            <a:r>
              <a:rPr lang="ko-KR" altLang="en-US" sz="2400">
                <a:cs typeface="Arial"/>
              </a:rPr>
              <a:t>- 목적 : 스레드 수 변화에 따라 </a:t>
            </a:r>
            <a:r>
              <a:rPr lang="ko-KR" altLang="en-US" sz="2400" err="1">
                <a:cs typeface="Arial"/>
              </a:rPr>
              <a:t>Spinlock</a:t>
            </a:r>
            <a:r>
              <a:rPr lang="ko-KR" altLang="en-US" sz="2400">
                <a:cs typeface="Arial"/>
              </a:rPr>
              <a:t>, </a:t>
            </a:r>
            <a:r>
              <a:rPr lang="ko-KR" altLang="en-US" sz="2400" err="1">
                <a:cs typeface="Arial"/>
              </a:rPr>
              <a:t>srwlock</a:t>
            </a:r>
            <a:r>
              <a:rPr lang="ko-KR" altLang="en-US" sz="2400">
                <a:cs typeface="Arial"/>
              </a:rPr>
              <a:t>, </a:t>
            </a:r>
            <a:r>
              <a:rPr lang="ko-KR" altLang="en-US" sz="2400" err="1">
                <a:cs typeface="Arial"/>
              </a:rPr>
              <a:t>lockfree</a:t>
            </a:r>
            <a:r>
              <a:rPr lang="ko-KR" altLang="en-US" sz="2400">
                <a:cs typeface="Arial"/>
              </a:rPr>
              <a:t> 성능 비교</a:t>
            </a:r>
            <a:br>
              <a:rPr lang="ko-KR" altLang="en-US" sz="2400">
                <a:cs typeface="Arial"/>
              </a:rPr>
            </a:br>
            <a:br>
              <a:rPr lang="ko-KR" altLang="en-US" sz="2400">
                <a:cs typeface="Arial"/>
              </a:rPr>
            </a:br>
            <a:r>
              <a:rPr lang="ko-KR" altLang="en-US" sz="2400">
                <a:cs typeface="Arial"/>
              </a:rPr>
              <a:t>- 방법 : 10분동안 스레드 마다 </a:t>
            </a:r>
            <a:r>
              <a:rPr lang="ko-KR" altLang="en-US" sz="2400" err="1">
                <a:cs typeface="Arial"/>
              </a:rPr>
              <a:t>push</a:t>
            </a:r>
            <a:r>
              <a:rPr lang="ko-KR" altLang="en-US" sz="2400">
                <a:cs typeface="Arial"/>
              </a:rPr>
              <a:t>/</a:t>
            </a:r>
            <a:r>
              <a:rPr lang="ko-KR" altLang="en-US" sz="2400" err="1">
                <a:cs typeface="Arial"/>
              </a:rPr>
              <a:t>pop</a:t>
            </a:r>
            <a:r>
              <a:rPr lang="ko-KR" altLang="en-US" sz="2400">
                <a:cs typeface="Arial"/>
              </a:rPr>
              <a:t> 시도 후 카운트를 올려 총합 비교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EBA06C-48E6-E31C-6869-BD749CC9329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5859" y="3483864"/>
            <a:ext cx="3986332" cy="442484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ko-KR" altLang="en-US">
                <a:cs typeface="Arial"/>
              </a:rPr>
              <a:t>테스트 환경</a:t>
            </a:r>
          </a:p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74E485-080E-76C8-6859-81B0FE21D2A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pPr marL="283210" indent="-283210"/>
            <a:r>
              <a:rPr lang="en-US" altLang="ko-KR">
                <a:cs typeface="Arial"/>
              </a:rPr>
              <a:t>Window 10</a:t>
            </a:r>
          </a:p>
          <a:p>
            <a:pPr marL="283210" indent="-283210"/>
            <a:r>
              <a:rPr lang="en-US" altLang="ko-KR">
                <a:cs typeface="Arial"/>
              </a:rPr>
              <a:t>Ryzen5 5600x(6코어 12스레드)</a:t>
            </a:r>
          </a:p>
          <a:p>
            <a:pPr marL="283210" indent="-283210"/>
            <a:r>
              <a:rPr lang="en-US" altLang="ko-KR">
                <a:cs typeface="Arial"/>
              </a:rPr>
              <a:t>16GB RAM</a:t>
            </a:r>
          </a:p>
          <a:p>
            <a:pPr marL="283210" indent="-283210"/>
            <a:r>
              <a:rPr lang="en-US" altLang="ko-KR" err="1">
                <a:cs typeface="Arial"/>
              </a:rPr>
              <a:t>동일</a:t>
            </a:r>
            <a:r>
              <a:rPr lang="en-US" altLang="ko-KR">
                <a:cs typeface="Arial"/>
              </a:rPr>
              <a:t> </a:t>
            </a:r>
            <a:r>
              <a:rPr lang="en-US" altLang="ko-KR" err="1">
                <a:cs typeface="Arial"/>
              </a:rPr>
              <a:t>스택</a:t>
            </a:r>
            <a:r>
              <a:rPr lang="en-US" altLang="ko-KR">
                <a:cs typeface="Arial"/>
              </a:rPr>
              <a:t> </a:t>
            </a:r>
            <a:r>
              <a:rPr lang="en-US" altLang="ko-KR" err="1">
                <a:cs typeface="Arial"/>
              </a:rPr>
              <a:t>자료구조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323AFC-BFE9-71D9-4059-FA5DFC31CC4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pPr marL="283210" indent="-283210"/>
            <a:r>
              <a:rPr lang="ko-KR" altLang="en-US">
                <a:cs typeface="Arial"/>
              </a:rPr>
              <a:t>기존 네트워크 라이브러리 동작과 거의 동일</a:t>
            </a:r>
            <a:endParaRPr lang="ko-KR"/>
          </a:p>
          <a:p>
            <a:pPr marL="283210" indent="-283210"/>
            <a:r>
              <a:rPr lang="ko-KR" altLang="en-US">
                <a:cs typeface="Arial"/>
              </a:rPr>
              <a:t>세션에 </a:t>
            </a:r>
            <a:r>
              <a:rPr lang="ko-KR" altLang="en-US" err="1">
                <a:cs typeface="Arial"/>
              </a:rPr>
              <a:t>GroupID</a:t>
            </a:r>
            <a:r>
              <a:rPr lang="ko-KR" altLang="en-US">
                <a:cs typeface="Arial"/>
              </a:rPr>
              <a:t> 멤버 적용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97D8FCA8-66D0-FD95-50A5-DDBCA681336F}"/>
              </a:ext>
            </a:extLst>
          </p:cNvPr>
          <p:cNvSpPr txBox="1">
            <a:spLocks/>
          </p:cNvSpPr>
          <p:nvPr/>
        </p:nvSpPr>
        <p:spPr>
          <a:xfrm>
            <a:off x="5943576" y="3431825"/>
            <a:ext cx="2981885" cy="50292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2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>
                <a:cs typeface="Arial"/>
              </a:rPr>
              <a:t>네트워크 로직 처리</a:t>
            </a:r>
            <a:endParaRPr lang="en-US">
              <a:cs typeface="Arial"/>
            </a:endParaRPr>
          </a:p>
          <a:p>
            <a:endParaRPr lang="en-US"/>
          </a:p>
        </p:txBody>
      </p:sp>
      <p:pic>
        <p:nvPicPr>
          <p:cNvPr id="8" name="그림 7" descr="폰트, 텍스트, 그래픽, 로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B3D768-061A-89D4-4D6E-0CC64513E8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29" y="-387"/>
            <a:ext cx="2410426" cy="570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27821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1E24DA-33FA-6199-EB40-E6C5868F3D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EEEAC-EFF6-B33C-3F5A-11D3A77B0D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성능 비교 결과</a:t>
            </a:r>
            <a:endParaRPr lang="en-US" altLang="ko-KR">
              <a:cs typeface="Arial"/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496656F-D50E-99F2-EDE2-F8D65C73A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4A7C7AB-F80C-8F05-EFD4-02906EB507F6}"/>
              </a:ext>
            </a:extLst>
          </p:cNvPr>
          <p:cNvSpPr txBox="1"/>
          <p:nvPr/>
        </p:nvSpPr>
        <p:spPr>
          <a:xfrm>
            <a:off x="6819900" y="2750820"/>
            <a:ext cx="4693920" cy="25853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Calibri,Sans-Serif"/>
              <a:buChar char="-"/>
            </a:pPr>
            <a:r>
              <a:rPr lang="ko-KR">
                <a:solidFill>
                  <a:schemeClr val="bg1"/>
                </a:solidFill>
                <a:latin typeface="Arial"/>
                <a:cs typeface="Arial"/>
              </a:rPr>
              <a:t>단일 스레드</a:t>
            </a:r>
          </a:p>
          <a:p>
            <a:pPr marL="285750" indent="-285750">
              <a:buFont typeface="Arial"/>
              <a:buChar char="•"/>
            </a:pPr>
            <a:r>
              <a:rPr lang="ko-KR" err="1">
                <a:solidFill>
                  <a:schemeClr val="bg1"/>
                </a:solidFill>
                <a:latin typeface="Arial"/>
                <a:cs typeface="Arial"/>
              </a:rPr>
              <a:t>SRWLock</a:t>
            </a:r>
            <a:r>
              <a:rPr lang="ko-KR">
                <a:solidFill>
                  <a:schemeClr val="bg1"/>
                </a:solidFill>
                <a:latin typeface="Arial"/>
                <a:cs typeface="Arial"/>
              </a:rPr>
              <a:t> = </a:t>
            </a:r>
            <a:r>
              <a:rPr lang="ko-KR" err="1">
                <a:solidFill>
                  <a:schemeClr val="bg1"/>
                </a:solidFill>
                <a:latin typeface="Arial"/>
                <a:cs typeface="Arial"/>
              </a:rPr>
              <a:t>SpinLock</a:t>
            </a:r>
            <a:r>
              <a:rPr lang="ko-KR">
                <a:solidFill>
                  <a:schemeClr val="bg1"/>
                </a:solidFill>
                <a:latin typeface="Arial"/>
                <a:cs typeface="Arial"/>
              </a:rPr>
              <a:t> &gt; </a:t>
            </a:r>
            <a:r>
              <a:rPr lang="ko-KR" err="1">
                <a:solidFill>
                  <a:schemeClr val="bg1"/>
                </a:solidFill>
                <a:latin typeface="Arial"/>
                <a:cs typeface="Arial"/>
              </a:rPr>
              <a:t>LockFree</a:t>
            </a:r>
            <a:endParaRPr lang="ko-KR">
              <a:solidFill>
                <a:schemeClr val="bg1"/>
              </a:solidFill>
              <a:latin typeface="Arial"/>
              <a:cs typeface="Arial"/>
            </a:endParaRPr>
          </a:p>
          <a:p>
            <a:pPr marL="285750" indent="-285750">
              <a:buFont typeface="Arial"/>
              <a:buChar char="•"/>
            </a:pPr>
            <a:endParaRPr lang="ko-KR">
              <a:solidFill>
                <a:schemeClr val="bg1"/>
              </a:solidFill>
              <a:latin typeface="Arial"/>
              <a:cs typeface="Arial"/>
            </a:endParaRPr>
          </a:p>
          <a:p>
            <a:pPr marL="285750" indent="-285750">
              <a:buFont typeface="Calibri,Sans-Serif"/>
              <a:buChar char="-"/>
            </a:pPr>
            <a:r>
              <a:rPr lang="ko-KR">
                <a:solidFill>
                  <a:schemeClr val="bg1"/>
                </a:solidFill>
                <a:latin typeface="Arial"/>
                <a:cs typeface="Arial"/>
              </a:rPr>
              <a:t>스레드 3개</a:t>
            </a:r>
            <a:endParaRPr lang="en-US" altLang="ko-KR">
              <a:solidFill>
                <a:schemeClr val="bg1"/>
              </a:solidFill>
              <a:latin typeface="Arial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ko-KR" err="1">
                <a:solidFill>
                  <a:schemeClr val="bg1"/>
                </a:solidFill>
                <a:latin typeface="Arial"/>
                <a:cs typeface="Arial"/>
              </a:rPr>
              <a:t>SRWLock</a:t>
            </a:r>
            <a:r>
              <a:rPr lang="ko-KR">
                <a:solidFill>
                  <a:schemeClr val="bg1"/>
                </a:solidFill>
                <a:latin typeface="Arial"/>
                <a:cs typeface="Arial"/>
              </a:rPr>
              <a:t> &gt; </a:t>
            </a:r>
            <a:r>
              <a:rPr lang="ko-KR" err="1">
                <a:solidFill>
                  <a:schemeClr val="bg1"/>
                </a:solidFill>
                <a:latin typeface="Arial"/>
                <a:cs typeface="Arial"/>
              </a:rPr>
              <a:t>LockFree</a:t>
            </a:r>
            <a:r>
              <a:rPr lang="ko-KR">
                <a:solidFill>
                  <a:schemeClr val="bg1"/>
                </a:solidFill>
                <a:latin typeface="Arial"/>
                <a:cs typeface="Arial"/>
              </a:rPr>
              <a:t> &gt; </a:t>
            </a:r>
            <a:r>
              <a:rPr lang="ko-KR" err="1">
                <a:solidFill>
                  <a:schemeClr val="bg1"/>
                </a:solidFill>
                <a:latin typeface="Arial"/>
                <a:cs typeface="Arial"/>
              </a:rPr>
              <a:t>SpinLock</a:t>
            </a:r>
            <a:endParaRPr lang="ko-KR">
              <a:solidFill>
                <a:schemeClr val="bg1"/>
              </a:solidFill>
              <a:latin typeface="Arial"/>
              <a:cs typeface="Arial"/>
            </a:endParaRPr>
          </a:p>
          <a:p>
            <a:pPr marL="285750" indent="-285750">
              <a:buFont typeface="Arial"/>
              <a:buChar char="•"/>
            </a:pPr>
            <a:endParaRPr lang="ko-KR">
              <a:solidFill>
                <a:schemeClr val="bg1"/>
              </a:solidFill>
              <a:latin typeface="Arial"/>
              <a:cs typeface="Arial"/>
            </a:endParaRPr>
          </a:p>
          <a:p>
            <a:pPr marL="285750" indent="-285750">
              <a:buFont typeface="Calibri,Sans-Serif"/>
              <a:buChar char="-"/>
            </a:pPr>
            <a:r>
              <a:rPr lang="ko-KR">
                <a:solidFill>
                  <a:schemeClr val="bg1"/>
                </a:solidFill>
                <a:latin typeface="Arial"/>
                <a:cs typeface="Arial"/>
              </a:rPr>
              <a:t>스레드 16개</a:t>
            </a:r>
            <a:endParaRPr lang="en-US" altLang="ko-KR">
              <a:solidFill>
                <a:schemeClr val="bg1"/>
              </a:solidFill>
              <a:latin typeface="Arial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ko-KR" err="1">
                <a:solidFill>
                  <a:schemeClr val="bg1"/>
                </a:solidFill>
                <a:latin typeface="Arial"/>
                <a:cs typeface="Arial"/>
              </a:rPr>
              <a:t>SRWLock</a:t>
            </a:r>
            <a:r>
              <a:rPr lang="ko-KR">
                <a:solidFill>
                  <a:schemeClr val="bg1"/>
                </a:solidFill>
                <a:latin typeface="Arial"/>
                <a:cs typeface="Arial"/>
              </a:rPr>
              <a:t> &gt; </a:t>
            </a:r>
            <a:r>
              <a:rPr lang="ko-KR" err="1">
                <a:solidFill>
                  <a:schemeClr val="bg1"/>
                </a:solidFill>
                <a:latin typeface="Arial"/>
                <a:cs typeface="Arial"/>
              </a:rPr>
              <a:t>LockFree</a:t>
            </a:r>
            <a:r>
              <a:rPr lang="ko-KR">
                <a:solidFill>
                  <a:schemeClr val="bg1"/>
                </a:solidFill>
                <a:latin typeface="Arial"/>
                <a:cs typeface="Arial"/>
              </a:rPr>
              <a:t> &gt; </a:t>
            </a:r>
            <a:r>
              <a:rPr lang="ko-KR" err="1">
                <a:solidFill>
                  <a:schemeClr val="bg1"/>
                </a:solidFill>
                <a:latin typeface="Arial"/>
                <a:cs typeface="Arial"/>
              </a:rPr>
              <a:t>SpinLock</a:t>
            </a:r>
            <a:endParaRPr lang="ko-KR" err="1">
              <a:solidFill>
                <a:schemeClr val="bg1"/>
              </a:solidFill>
              <a:latin typeface="Arial"/>
            </a:endParaRPr>
          </a:p>
          <a:p>
            <a:pPr marL="285750" indent="-285750">
              <a:buFont typeface="Calibri"/>
              <a:buChar char="-"/>
            </a:pPr>
            <a:endParaRPr lang="ko-KR" altLang="en-US">
              <a:cs typeface="Arial"/>
            </a:endParaRPr>
          </a:p>
        </p:txBody>
      </p:sp>
      <p:graphicFrame>
        <p:nvGraphicFramePr>
          <p:cNvPr id="3" name="차트 2">
            <a:extLst>
              <a:ext uri="{FF2B5EF4-FFF2-40B4-BE49-F238E27FC236}">
                <a16:creationId xmlns:a16="http://schemas.microsoft.com/office/drawing/2014/main" id="{1F882E1C-84BE-7BCC-08BB-3CCB846C571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93703359"/>
              </p:ext>
            </p:extLst>
          </p:nvPr>
        </p:nvGraphicFramePr>
        <p:xfrm>
          <a:off x="276446" y="2628605"/>
          <a:ext cx="6096000" cy="41465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5" name="그림 4" descr="폰트, 텍스트, 그래픽, 로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5A86750-AEC9-B4B7-CBB2-687F16E049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29" y="-387"/>
            <a:ext cx="2410426" cy="570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94729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D45E76-5A52-083B-A4AD-17FCD4AE67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80A272-3FFE-ECD9-B866-932D1D5441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3044" y="1485900"/>
            <a:ext cx="10515600" cy="1200161"/>
          </a:xfrm>
        </p:spPr>
        <p:txBody>
          <a:bodyPr/>
          <a:lstStyle/>
          <a:p>
            <a:r>
              <a:rPr lang="ko-KR" altLang="en-US" dirty="0"/>
              <a:t>결과 및 분석​</a:t>
            </a:r>
            <a:br>
              <a:rPr lang="ko-KR" altLang="en-US" dirty="0"/>
            </a:br>
            <a:r>
              <a:rPr lang="ko-KR" altLang="en-US" sz="2400" dirty="0">
                <a:cs typeface="Arial"/>
              </a:rPr>
              <a:t>- 단일 스레드 비교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D8A81D6-3281-82C4-A9E8-D38398D22C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44E3422-3A09-6964-9BA1-916129912245}"/>
              </a:ext>
            </a:extLst>
          </p:cNvPr>
          <p:cNvSpPr txBox="1"/>
          <p:nvPr/>
        </p:nvSpPr>
        <p:spPr>
          <a:xfrm>
            <a:off x="731520" y="4564380"/>
            <a:ext cx="9852660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Calibri,Sans-Serif"/>
              <a:buChar char="-"/>
            </a:pPr>
            <a:r>
              <a:rPr lang="ko-KR" dirty="0">
                <a:solidFill>
                  <a:schemeClr val="bg1"/>
                </a:solidFill>
                <a:latin typeface="Arial"/>
                <a:ea typeface="Malgun Gothic"/>
                <a:cs typeface="Arial"/>
              </a:rPr>
              <a:t>단일 스레드에서는 경합 발생 없음으로 </a:t>
            </a:r>
            <a:r>
              <a:rPr lang="ko-KR" dirty="0" err="1">
                <a:solidFill>
                  <a:schemeClr val="bg1"/>
                </a:solidFill>
                <a:latin typeface="Arial"/>
                <a:ea typeface="Malgun Gothic"/>
                <a:cs typeface="Arial"/>
              </a:rPr>
              <a:t>SpinLock</a:t>
            </a:r>
            <a:r>
              <a:rPr lang="ko-KR" dirty="0">
                <a:solidFill>
                  <a:schemeClr val="bg1"/>
                </a:solidFill>
                <a:latin typeface="Arial"/>
                <a:ea typeface="Malgun Gothic"/>
                <a:cs typeface="Arial"/>
              </a:rPr>
              <a:t> = </a:t>
            </a:r>
            <a:r>
              <a:rPr lang="ko-KR" dirty="0" err="1">
                <a:solidFill>
                  <a:schemeClr val="bg1"/>
                </a:solidFill>
                <a:latin typeface="Arial"/>
                <a:ea typeface="Malgun Gothic"/>
                <a:cs typeface="Arial"/>
              </a:rPr>
              <a:t>SRWLock</a:t>
            </a:r>
            <a:endParaRPr lang="ko-KR">
              <a:solidFill>
                <a:schemeClr val="bg1"/>
              </a:solidFill>
              <a:latin typeface="Arial"/>
              <a:ea typeface="Malgun Gothic"/>
              <a:cs typeface="Arial"/>
            </a:endParaRPr>
          </a:p>
          <a:p>
            <a:pPr marL="285750" indent="-285750">
              <a:buFont typeface="Calibri,Sans-Serif"/>
              <a:buChar char="-"/>
            </a:pPr>
            <a:endParaRPr lang="ko-KR" altLang="en-US">
              <a:solidFill>
                <a:schemeClr val="bg1"/>
              </a:solidFill>
              <a:latin typeface="Arial"/>
              <a:ea typeface="Malgun Gothic"/>
              <a:cs typeface="Arial"/>
            </a:endParaRPr>
          </a:p>
          <a:p>
            <a:pPr marL="285750" indent="-285750">
              <a:buFont typeface="Calibri,Sans-Serif"/>
              <a:buChar char="-"/>
            </a:pPr>
            <a:r>
              <a:rPr lang="ko-KR" dirty="0">
                <a:solidFill>
                  <a:schemeClr val="bg1"/>
                </a:solidFill>
                <a:latin typeface="Arial"/>
                <a:ea typeface="Malgun Gothic"/>
                <a:cs typeface="Arial"/>
              </a:rPr>
              <a:t>CAS &gt; </a:t>
            </a:r>
            <a:r>
              <a:rPr lang="ko-KR" dirty="0" err="1">
                <a:solidFill>
                  <a:schemeClr val="bg1"/>
                </a:solidFill>
                <a:latin typeface="Arial"/>
                <a:ea typeface="Malgun Gothic"/>
                <a:cs typeface="Arial"/>
              </a:rPr>
              <a:t>InterlockExchange</a:t>
            </a:r>
            <a:r>
              <a:rPr lang="ko-KR" dirty="0">
                <a:solidFill>
                  <a:schemeClr val="bg1"/>
                </a:solidFill>
                <a:latin typeface="Arial"/>
                <a:ea typeface="Malgun Gothic"/>
                <a:cs typeface="Arial"/>
              </a:rPr>
              <a:t> </a:t>
            </a:r>
            <a:r>
              <a:rPr lang="ko-KR" altLang="en-US" dirty="0">
                <a:solidFill>
                  <a:schemeClr val="bg1"/>
                </a:solidFill>
                <a:latin typeface="Arial"/>
                <a:ea typeface="Malgun Gothic"/>
                <a:cs typeface="Arial"/>
              </a:rPr>
              <a:t>명령어 </a:t>
            </a:r>
            <a:r>
              <a:rPr lang="ko-KR" dirty="0">
                <a:solidFill>
                  <a:schemeClr val="bg1"/>
                </a:solidFill>
                <a:latin typeface="Arial"/>
                <a:ea typeface="Malgun Gothic"/>
                <a:cs typeface="Arial"/>
              </a:rPr>
              <a:t>비용 차이에 의한 </a:t>
            </a:r>
            <a:r>
              <a:rPr lang="ko-KR" dirty="0" err="1">
                <a:solidFill>
                  <a:schemeClr val="bg1"/>
                </a:solidFill>
                <a:latin typeface="Arial"/>
                <a:ea typeface="Malgun Gothic"/>
                <a:cs typeface="Arial"/>
              </a:rPr>
              <a:t>LockFree</a:t>
            </a:r>
            <a:r>
              <a:rPr lang="ko-KR" dirty="0">
                <a:solidFill>
                  <a:schemeClr val="bg1"/>
                </a:solidFill>
                <a:latin typeface="Arial"/>
                <a:ea typeface="Malgun Gothic"/>
                <a:cs typeface="Arial"/>
              </a:rPr>
              <a:t> 성능 감소 </a:t>
            </a:r>
            <a:endParaRPr lang="ko-KR" dirty="0">
              <a:solidFill>
                <a:schemeClr val="bg1"/>
              </a:solidFill>
              <a:latin typeface="Arial"/>
            </a:endParaRPr>
          </a:p>
          <a:p>
            <a:pPr marL="285750" indent="-285750">
              <a:buFont typeface="Calibri"/>
              <a:buChar char="-"/>
            </a:pPr>
            <a:endParaRPr lang="ko-KR" altLang="en-US">
              <a:cs typeface="Arial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E03F5E4A-7070-5651-0D56-B7D4748651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7350675"/>
              </p:ext>
            </p:extLst>
          </p:nvPr>
        </p:nvGraphicFramePr>
        <p:xfrm>
          <a:off x="727710" y="2691995"/>
          <a:ext cx="9334500" cy="1687369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362325">
                  <a:extLst>
                    <a:ext uri="{9D8B030D-6E8A-4147-A177-3AD203B41FA5}">
                      <a16:colId xmlns:a16="http://schemas.microsoft.com/office/drawing/2014/main" val="2509888547"/>
                    </a:ext>
                  </a:extLst>
                </a:gridCol>
                <a:gridCol w="1581150">
                  <a:extLst>
                    <a:ext uri="{9D8B030D-6E8A-4147-A177-3AD203B41FA5}">
                      <a16:colId xmlns:a16="http://schemas.microsoft.com/office/drawing/2014/main" val="1626520237"/>
                    </a:ext>
                  </a:extLst>
                </a:gridCol>
                <a:gridCol w="2114550">
                  <a:extLst>
                    <a:ext uri="{9D8B030D-6E8A-4147-A177-3AD203B41FA5}">
                      <a16:colId xmlns:a16="http://schemas.microsoft.com/office/drawing/2014/main" val="2786797910"/>
                    </a:ext>
                  </a:extLst>
                </a:gridCol>
                <a:gridCol w="2276475">
                  <a:extLst>
                    <a:ext uri="{9D8B030D-6E8A-4147-A177-3AD203B41FA5}">
                      <a16:colId xmlns:a16="http://schemas.microsoft.com/office/drawing/2014/main" val="3648530471"/>
                    </a:ext>
                  </a:extLst>
                </a:gridCol>
              </a:tblGrid>
              <a:tr h="276225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endParaRPr lang="ko-KR" altLang="en-US">
                        <a:effectLst/>
                        <a:latin typeface="Arial"/>
                      </a:endParaRPr>
                    </a:p>
                  </a:txBody>
                  <a:tcPr marL="240182" marR="76257" marT="38129" marB="3812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B18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b="1" err="1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SRWLock</a:t>
                      </a:r>
                      <a:endParaRPr lang="en-US" b="1">
                        <a:solidFill>
                          <a:schemeClr val="bg1"/>
                        </a:solidFill>
                        <a:effectLst/>
                        <a:latin typeface="Arial"/>
                      </a:endParaRPr>
                    </a:p>
                  </a:txBody>
                  <a:tcPr marL="76257" marR="76257" marT="38129" marB="3812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B18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ase">
                        <a:lnSpc>
                          <a:spcPts val="1425"/>
                        </a:lnSpc>
                        <a:buNone/>
                      </a:pPr>
                      <a:r>
                        <a:rPr lang="af-ZA" altLang="ko-KR" sz="1200" b="1" err="1">
                          <a:solidFill>
                            <a:schemeClr val="bg1"/>
                          </a:solidFill>
                          <a:effectLst/>
                          <a:latin typeface="Arial"/>
                          <a:ea typeface="Malgun Gothic"/>
                        </a:rPr>
                        <a:t>SpinLock</a:t>
                      </a:r>
                      <a:endParaRPr lang="af-ZA" b="1">
                        <a:solidFill>
                          <a:schemeClr val="bg1"/>
                        </a:solidFill>
                        <a:effectLst/>
                        <a:latin typeface="Arial"/>
                        <a:ea typeface="Malgun Gothic"/>
                      </a:endParaRPr>
                    </a:p>
                  </a:txBody>
                  <a:tcPr marL="76257" marR="76257" marT="38129" marB="3812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B18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b="1" err="1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LockFree</a:t>
                      </a:r>
                      <a:endParaRPr lang="en-US" b="1">
                        <a:solidFill>
                          <a:schemeClr val="bg1"/>
                        </a:solidFill>
                        <a:effectLst/>
                        <a:latin typeface="Arial"/>
                      </a:endParaRPr>
                    </a:p>
                  </a:txBody>
                  <a:tcPr marL="76257" marR="76257" marT="38129" marB="3812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B18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9934401"/>
                  </a:ext>
                </a:extLst>
              </a:tr>
              <a:tr h="276225">
                <a:tc>
                  <a:txBody>
                    <a:bodyPr/>
                    <a:lstStyle/>
                    <a:p>
                      <a:pPr fontAlgn="base">
                        <a:lnSpc>
                          <a:spcPts val="1425"/>
                        </a:lnSpc>
                        <a:buNone/>
                      </a:pPr>
                      <a:r>
                        <a:rPr lang="af-ZA" altLang="ko-KR" sz="1200" err="1">
                          <a:solidFill>
                            <a:schemeClr val="bg1"/>
                          </a:solidFill>
                          <a:effectLst/>
                          <a:latin typeface="Arial"/>
                          <a:ea typeface="Malgun Gothic"/>
                        </a:rPr>
                        <a:t>Thread</a:t>
                      </a:r>
                      <a:r>
                        <a:rPr lang="af-ZA" altLang="ko-KR" sz="1200">
                          <a:solidFill>
                            <a:schemeClr val="bg1"/>
                          </a:solidFill>
                          <a:effectLst/>
                          <a:latin typeface="Arial"/>
                          <a:ea typeface="Malgun Gothic"/>
                        </a:rPr>
                        <a:t> </a:t>
                      </a:r>
                      <a:r>
                        <a:rPr lang="af-ZA" altLang="ko-KR" sz="1200" err="1">
                          <a:solidFill>
                            <a:schemeClr val="bg1"/>
                          </a:solidFill>
                          <a:effectLst/>
                          <a:latin typeface="Arial"/>
                          <a:ea typeface="Malgun Gothic"/>
                        </a:rPr>
                        <a:t>Count</a:t>
                      </a:r>
                      <a:endParaRPr lang="af-ZA" altLang="ko-KR">
                        <a:solidFill>
                          <a:schemeClr val="bg1"/>
                        </a:solidFill>
                        <a:effectLst/>
                        <a:latin typeface="Arial"/>
                        <a:ea typeface="Malgun Gothic"/>
                      </a:endParaRPr>
                    </a:p>
                  </a:txBody>
                  <a:tcPr marL="240182" marR="76257" marT="38129" marB="3812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25,476,490,501</a:t>
                      </a:r>
                      <a:endParaRPr lang="en-US" altLang="ko-KR">
                        <a:solidFill>
                          <a:schemeClr val="bg1"/>
                        </a:solidFill>
                        <a:effectLst/>
                        <a:latin typeface="Arial"/>
                      </a:endParaRPr>
                    </a:p>
                  </a:txBody>
                  <a:tcPr marL="76257" marR="76257" marT="38129" marB="3812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25,589,938,990</a:t>
                      </a:r>
                      <a:endParaRPr lang="en-US" altLang="ko-KR">
                        <a:solidFill>
                          <a:schemeClr val="bg1"/>
                        </a:solidFill>
                        <a:effectLst/>
                        <a:latin typeface="Arial"/>
                      </a:endParaRPr>
                    </a:p>
                  </a:txBody>
                  <a:tcPr marL="76257" marR="76257" marT="38129" marB="3812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22,346,230,414</a:t>
                      </a:r>
                      <a:endParaRPr lang="en-US" altLang="ko-KR">
                        <a:solidFill>
                          <a:schemeClr val="bg1"/>
                        </a:solidFill>
                        <a:effectLst/>
                        <a:latin typeface="Arial"/>
                      </a:endParaRPr>
                    </a:p>
                  </a:txBody>
                  <a:tcPr marL="76257" marR="76257" marT="38129" marB="3812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8144600"/>
                  </a:ext>
                </a:extLst>
              </a:tr>
              <a:tr h="276225">
                <a:tc>
                  <a:txBody>
                    <a:bodyPr/>
                    <a:lstStyle/>
                    <a:p>
                      <a:pPr fontAlgn="base">
                        <a:lnSpc>
                          <a:spcPts val="1425"/>
                        </a:lnSpc>
                        <a:buNone/>
                      </a:pPr>
                      <a:r>
                        <a:rPr lang="af-ZA" altLang="ko-KR" sz="1200" err="1">
                          <a:solidFill>
                            <a:schemeClr val="bg1"/>
                          </a:solidFill>
                          <a:effectLst/>
                          <a:latin typeface="Arial"/>
                          <a:ea typeface="Malgun Gothic"/>
                        </a:rPr>
                        <a:t>Process</a:t>
                      </a:r>
                      <a:r>
                        <a:rPr lang="af-ZA" altLang="ko-KR" sz="1200">
                          <a:solidFill>
                            <a:schemeClr val="bg1"/>
                          </a:solidFill>
                          <a:effectLst/>
                          <a:latin typeface="Arial"/>
                          <a:ea typeface="Malgun Gothic"/>
                        </a:rPr>
                        <a:t> CPU </a:t>
                      </a:r>
                      <a:r>
                        <a:rPr lang="af-ZA" altLang="ko-KR" sz="1200" err="1">
                          <a:solidFill>
                            <a:schemeClr val="bg1"/>
                          </a:solidFill>
                          <a:effectLst/>
                          <a:latin typeface="Arial"/>
                          <a:ea typeface="Malgun Gothic"/>
                        </a:rPr>
                        <a:t>Total</a:t>
                      </a:r>
                      <a:r>
                        <a:rPr lang="af-ZA" altLang="ko-KR" sz="1200">
                          <a:solidFill>
                            <a:schemeClr val="bg1"/>
                          </a:solidFill>
                          <a:effectLst/>
                          <a:latin typeface="Arial"/>
                          <a:ea typeface="Malgun Gothic"/>
                        </a:rPr>
                        <a:t> </a:t>
                      </a:r>
                      <a:r>
                        <a:rPr lang="af-ZA" altLang="ko-KR" sz="1200" err="1">
                          <a:solidFill>
                            <a:schemeClr val="bg1"/>
                          </a:solidFill>
                          <a:effectLst/>
                          <a:latin typeface="Arial"/>
                          <a:ea typeface="Malgun Gothic"/>
                        </a:rPr>
                        <a:t>Usage</a:t>
                      </a:r>
                      <a:r>
                        <a:rPr lang="af-ZA" altLang="ko-KR" sz="1200">
                          <a:solidFill>
                            <a:schemeClr val="bg1"/>
                          </a:solidFill>
                          <a:effectLst/>
                          <a:latin typeface="Arial"/>
                          <a:ea typeface="Malgun Gothic"/>
                        </a:rPr>
                        <a:t> (%)</a:t>
                      </a:r>
                      <a:endParaRPr lang="af-ZA" altLang="ko-KR">
                        <a:solidFill>
                          <a:schemeClr val="bg1"/>
                        </a:solidFill>
                        <a:effectLst/>
                        <a:latin typeface="Arial"/>
                        <a:ea typeface="Malgun Gothic"/>
                      </a:endParaRPr>
                    </a:p>
                  </a:txBody>
                  <a:tcPr marL="240182" marR="76257" marT="38129" marB="3812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8.38</a:t>
                      </a:r>
                      <a:endParaRPr lang="en-US" altLang="ko-KR">
                        <a:solidFill>
                          <a:schemeClr val="bg1"/>
                        </a:solidFill>
                        <a:effectLst/>
                        <a:latin typeface="Arial"/>
                      </a:endParaRPr>
                    </a:p>
                  </a:txBody>
                  <a:tcPr marL="76257" marR="76257" marT="38129" marB="3812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8.39</a:t>
                      </a:r>
                      <a:endParaRPr lang="en-US">
                        <a:solidFill>
                          <a:schemeClr val="bg1"/>
                        </a:solidFill>
                        <a:effectLst/>
                        <a:latin typeface="Arial"/>
                      </a:endParaRPr>
                    </a:p>
                  </a:txBody>
                  <a:tcPr marL="76257" marR="76257" marT="38129" marB="3812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8.39</a:t>
                      </a:r>
                      <a:endParaRPr lang="en-US">
                        <a:solidFill>
                          <a:schemeClr val="bg1"/>
                        </a:solidFill>
                        <a:effectLst/>
                        <a:latin typeface="Arial"/>
                      </a:endParaRPr>
                    </a:p>
                  </a:txBody>
                  <a:tcPr marL="76257" marR="76257" marT="38129" marB="3812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5932035"/>
                  </a:ext>
                </a:extLst>
              </a:tr>
              <a:tr h="276225">
                <a:tc>
                  <a:txBody>
                    <a:bodyPr/>
                    <a:lstStyle/>
                    <a:p>
                      <a:pPr fontAlgn="base">
                        <a:lnSpc>
                          <a:spcPts val="1425"/>
                        </a:lnSpc>
                        <a:buNone/>
                      </a:pPr>
                      <a:r>
                        <a:rPr lang="af-ZA" altLang="ko-KR" sz="1200" err="1">
                          <a:solidFill>
                            <a:schemeClr val="bg1"/>
                          </a:solidFill>
                          <a:effectLst/>
                          <a:latin typeface="Arial"/>
                          <a:ea typeface="Malgun Gothic"/>
                        </a:rPr>
                        <a:t>Process</a:t>
                      </a:r>
                      <a:r>
                        <a:rPr lang="af-ZA" altLang="ko-KR" sz="1200">
                          <a:solidFill>
                            <a:schemeClr val="bg1"/>
                          </a:solidFill>
                          <a:effectLst/>
                          <a:latin typeface="Arial"/>
                          <a:ea typeface="Malgun Gothic"/>
                        </a:rPr>
                        <a:t> CPU </a:t>
                      </a:r>
                      <a:r>
                        <a:rPr lang="af-ZA" altLang="ko-KR" sz="1200" err="1">
                          <a:solidFill>
                            <a:schemeClr val="bg1"/>
                          </a:solidFill>
                          <a:effectLst/>
                          <a:latin typeface="Arial"/>
                          <a:ea typeface="Malgun Gothic"/>
                        </a:rPr>
                        <a:t>User</a:t>
                      </a:r>
                      <a:r>
                        <a:rPr lang="af-ZA" altLang="ko-KR" sz="1200">
                          <a:solidFill>
                            <a:schemeClr val="bg1"/>
                          </a:solidFill>
                          <a:effectLst/>
                          <a:latin typeface="Arial"/>
                          <a:ea typeface="Malgun Gothic"/>
                        </a:rPr>
                        <a:t> </a:t>
                      </a:r>
                      <a:r>
                        <a:rPr lang="af-ZA" altLang="ko-KR" sz="1200" err="1">
                          <a:solidFill>
                            <a:schemeClr val="bg1"/>
                          </a:solidFill>
                          <a:effectLst/>
                          <a:latin typeface="Arial"/>
                          <a:ea typeface="Malgun Gothic"/>
                        </a:rPr>
                        <a:t>Usage</a:t>
                      </a:r>
                      <a:r>
                        <a:rPr lang="af-ZA" altLang="ko-KR" sz="1200">
                          <a:solidFill>
                            <a:schemeClr val="bg1"/>
                          </a:solidFill>
                          <a:effectLst/>
                          <a:latin typeface="Arial"/>
                          <a:ea typeface="Malgun Gothic"/>
                        </a:rPr>
                        <a:t> (%)</a:t>
                      </a:r>
                      <a:endParaRPr lang="af-ZA" altLang="ko-KR">
                        <a:solidFill>
                          <a:schemeClr val="bg1"/>
                        </a:solidFill>
                        <a:effectLst/>
                        <a:latin typeface="Arial"/>
                        <a:ea typeface="Malgun Gothic"/>
                      </a:endParaRPr>
                    </a:p>
                  </a:txBody>
                  <a:tcPr marL="240182" marR="76257" marT="38129" marB="3812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8.33</a:t>
                      </a:r>
                      <a:endParaRPr lang="en-US">
                        <a:solidFill>
                          <a:schemeClr val="bg1"/>
                        </a:solidFill>
                        <a:effectLst/>
                        <a:latin typeface="Arial"/>
                      </a:endParaRPr>
                    </a:p>
                  </a:txBody>
                  <a:tcPr marL="76257" marR="76257" marT="38129" marB="3812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8.34</a:t>
                      </a:r>
                      <a:endParaRPr lang="en-US">
                        <a:solidFill>
                          <a:schemeClr val="bg1"/>
                        </a:solidFill>
                        <a:effectLst/>
                        <a:latin typeface="Arial"/>
                      </a:endParaRPr>
                    </a:p>
                  </a:txBody>
                  <a:tcPr marL="76257" marR="76257" marT="38129" marB="3812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8.34</a:t>
                      </a:r>
                      <a:endParaRPr lang="en-US">
                        <a:solidFill>
                          <a:schemeClr val="bg1"/>
                        </a:solidFill>
                        <a:effectLst/>
                        <a:latin typeface="Arial"/>
                      </a:endParaRPr>
                    </a:p>
                  </a:txBody>
                  <a:tcPr marL="76257" marR="76257" marT="38129" marB="3812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7153828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fontAlgn="base">
                        <a:lnSpc>
                          <a:spcPts val="1425"/>
                        </a:lnSpc>
                        <a:buNone/>
                      </a:pPr>
                      <a:r>
                        <a:rPr lang="af-ZA" altLang="ko-KR" sz="1200" err="1">
                          <a:solidFill>
                            <a:schemeClr val="bg1"/>
                          </a:solidFill>
                          <a:effectLst/>
                          <a:latin typeface="Arial"/>
                          <a:ea typeface="Malgun Gothic"/>
                        </a:rPr>
                        <a:t>Process</a:t>
                      </a:r>
                      <a:r>
                        <a:rPr lang="af-ZA" altLang="ko-KR" sz="1200">
                          <a:solidFill>
                            <a:schemeClr val="bg1"/>
                          </a:solidFill>
                          <a:effectLst/>
                          <a:latin typeface="Arial"/>
                          <a:ea typeface="Malgun Gothic"/>
                        </a:rPr>
                        <a:t> CPU </a:t>
                      </a:r>
                      <a:r>
                        <a:rPr lang="af-ZA" altLang="ko-KR" sz="1200" err="1">
                          <a:solidFill>
                            <a:schemeClr val="bg1"/>
                          </a:solidFill>
                          <a:effectLst/>
                          <a:latin typeface="Arial"/>
                          <a:ea typeface="Malgun Gothic"/>
                        </a:rPr>
                        <a:t>Kernel</a:t>
                      </a:r>
                      <a:r>
                        <a:rPr lang="af-ZA" altLang="ko-KR" sz="1200">
                          <a:solidFill>
                            <a:schemeClr val="bg1"/>
                          </a:solidFill>
                          <a:effectLst/>
                          <a:latin typeface="Arial"/>
                          <a:ea typeface="Malgun Gothic"/>
                        </a:rPr>
                        <a:t> </a:t>
                      </a:r>
                      <a:r>
                        <a:rPr lang="af-ZA" altLang="ko-KR" sz="1200" err="1">
                          <a:solidFill>
                            <a:schemeClr val="bg1"/>
                          </a:solidFill>
                          <a:effectLst/>
                          <a:latin typeface="Arial"/>
                          <a:ea typeface="Malgun Gothic"/>
                        </a:rPr>
                        <a:t>Usage</a:t>
                      </a:r>
                      <a:r>
                        <a:rPr lang="af-ZA" altLang="ko-KR" sz="1200">
                          <a:solidFill>
                            <a:schemeClr val="bg1"/>
                          </a:solidFill>
                          <a:effectLst/>
                          <a:latin typeface="Arial"/>
                          <a:ea typeface="Malgun Gothic"/>
                        </a:rPr>
                        <a:t> (%)</a:t>
                      </a:r>
                      <a:endParaRPr lang="af-ZA" altLang="ko-KR">
                        <a:solidFill>
                          <a:schemeClr val="bg1"/>
                        </a:solidFill>
                        <a:effectLst/>
                        <a:latin typeface="Arial"/>
                        <a:ea typeface="Malgun Gothic"/>
                      </a:endParaRPr>
                    </a:p>
                  </a:txBody>
                  <a:tcPr marL="240182" marR="76257" marT="38129" marB="3812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0.05</a:t>
                      </a:r>
                      <a:endParaRPr lang="en-US">
                        <a:solidFill>
                          <a:schemeClr val="bg1"/>
                        </a:solidFill>
                        <a:effectLst/>
                        <a:latin typeface="Arial"/>
                      </a:endParaRPr>
                    </a:p>
                  </a:txBody>
                  <a:tcPr marL="76257" marR="76257" marT="38129" marB="3812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0.05</a:t>
                      </a:r>
                      <a:endParaRPr lang="en-US">
                        <a:solidFill>
                          <a:schemeClr val="bg1"/>
                        </a:solidFill>
                        <a:effectLst/>
                        <a:latin typeface="Arial"/>
                      </a:endParaRPr>
                    </a:p>
                  </a:txBody>
                  <a:tcPr marL="76257" marR="76257" marT="38129" marB="3812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0.05</a:t>
                      </a:r>
                      <a:endParaRPr lang="en-US">
                        <a:solidFill>
                          <a:schemeClr val="bg1"/>
                        </a:solidFill>
                        <a:effectLst/>
                        <a:latin typeface="Arial"/>
                      </a:endParaRPr>
                    </a:p>
                  </a:txBody>
                  <a:tcPr marL="76257" marR="76257" marT="38129" marB="3812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0555018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fontAlgn="base">
                        <a:lnSpc>
                          <a:spcPts val="1425"/>
                        </a:lnSpc>
                        <a:buNone/>
                      </a:pPr>
                      <a:r>
                        <a:rPr lang="af-ZA" altLang="ko-KR" sz="1200" err="1">
                          <a:solidFill>
                            <a:schemeClr val="bg1"/>
                          </a:solidFill>
                          <a:effectLst/>
                          <a:latin typeface="Arial"/>
                          <a:ea typeface="Malgun Gothic"/>
                        </a:rPr>
                        <a:t>Process</a:t>
                      </a:r>
                      <a:r>
                        <a:rPr lang="af-ZA" altLang="ko-KR" sz="1200">
                          <a:solidFill>
                            <a:schemeClr val="bg1"/>
                          </a:solidFill>
                          <a:effectLst/>
                          <a:latin typeface="Arial"/>
                          <a:ea typeface="Malgun Gothic"/>
                        </a:rPr>
                        <a:t> </a:t>
                      </a:r>
                      <a:r>
                        <a:rPr lang="af-ZA" altLang="ko-KR" sz="1200" err="1">
                          <a:solidFill>
                            <a:schemeClr val="bg1"/>
                          </a:solidFill>
                          <a:effectLst/>
                          <a:latin typeface="Arial"/>
                          <a:ea typeface="Malgun Gothic"/>
                        </a:rPr>
                        <a:t>Context</a:t>
                      </a:r>
                      <a:r>
                        <a:rPr lang="af-ZA" altLang="ko-KR" sz="1200">
                          <a:solidFill>
                            <a:schemeClr val="bg1"/>
                          </a:solidFill>
                          <a:effectLst/>
                          <a:latin typeface="Arial"/>
                          <a:ea typeface="Malgun Gothic"/>
                        </a:rPr>
                        <a:t> </a:t>
                      </a:r>
                      <a:r>
                        <a:rPr lang="af-ZA" altLang="ko-KR" sz="1200" err="1">
                          <a:solidFill>
                            <a:schemeClr val="bg1"/>
                          </a:solidFill>
                          <a:effectLst/>
                          <a:latin typeface="Arial"/>
                          <a:ea typeface="Malgun Gothic"/>
                        </a:rPr>
                        <a:t>Switches</a:t>
                      </a:r>
                      <a:r>
                        <a:rPr lang="af-ZA" altLang="ko-KR" sz="1200">
                          <a:solidFill>
                            <a:schemeClr val="bg1"/>
                          </a:solidFill>
                          <a:effectLst/>
                          <a:latin typeface="Arial"/>
                          <a:ea typeface="Malgun Gothic"/>
                        </a:rPr>
                        <a:t> ( </a:t>
                      </a:r>
                      <a:r>
                        <a:rPr lang="af-ZA" altLang="ko-KR" sz="1200" err="1">
                          <a:solidFill>
                            <a:schemeClr val="bg1"/>
                          </a:solidFill>
                          <a:effectLst/>
                          <a:latin typeface="Arial"/>
                          <a:ea typeface="Malgun Gothic"/>
                        </a:rPr>
                        <a:t>cnt</a:t>
                      </a:r>
                      <a:r>
                        <a:rPr lang="af-ZA" altLang="ko-KR" sz="1200">
                          <a:solidFill>
                            <a:schemeClr val="bg1"/>
                          </a:solidFill>
                          <a:effectLst/>
                          <a:latin typeface="Arial"/>
                          <a:ea typeface="Malgun Gothic"/>
                        </a:rPr>
                        <a:t> /sec)</a:t>
                      </a:r>
                      <a:endParaRPr lang="af-ZA">
                        <a:solidFill>
                          <a:schemeClr val="bg1"/>
                        </a:solidFill>
                        <a:effectLst/>
                        <a:latin typeface="Arial"/>
                        <a:ea typeface="Malgun Gothic"/>
                      </a:endParaRPr>
                    </a:p>
                  </a:txBody>
                  <a:tcPr marL="240182" marR="76257" marT="38129" marB="3812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5.01</a:t>
                      </a:r>
                      <a:endParaRPr lang="en-US">
                        <a:solidFill>
                          <a:schemeClr val="bg1"/>
                        </a:solidFill>
                        <a:effectLst/>
                        <a:latin typeface="Arial"/>
                      </a:endParaRPr>
                    </a:p>
                  </a:txBody>
                  <a:tcPr marL="76257" marR="76257" marT="38129" marB="3812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2.15</a:t>
                      </a:r>
                      <a:endParaRPr lang="en-US">
                        <a:solidFill>
                          <a:schemeClr val="bg1"/>
                        </a:solidFill>
                        <a:effectLst/>
                        <a:latin typeface="Arial"/>
                      </a:endParaRPr>
                    </a:p>
                  </a:txBody>
                  <a:tcPr marL="76257" marR="76257" marT="38129" marB="3812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2.53</a:t>
                      </a:r>
                      <a:endParaRPr lang="en-US">
                        <a:solidFill>
                          <a:schemeClr val="bg1"/>
                        </a:solidFill>
                        <a:effectLst/>
                        <a:latin typeface="Arial"/>
                      </a:endParaRPr>
                    </a:p>
                  </a:txBody>
                  <a:tcPr marL="76257" marR="76257" marT="38129" marB="3812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2788315"/>
                  </a:ext>
                </a:extLst>
              </a:tr>
            </a:tbl>
          </a:graphicData>
        </a:graphic>
      </p:graphicFrame>
      <p:pic>
        <p:nvPicPr>
          <p:cNvPr id="4" name="그림 3" descr="폰트, 텍스트, 그래픽, 로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A4A7FCE-3159-E0C8-0BDB-F9F9B8B2CE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29" y="-387"/>
            <a:ext cx="2410426" cy="570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201215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6437A2-11B5-9A8A-0839-AE2F6CB136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C73F47-32BC-8652-79BF-3400F6DCD4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3044" y="1516380"/>
            <a:ext cx="10515600" cy="1238261"/>
          </a:xfrm>
        </p:spPr>
        <p:txBody>
          <a:bodyPr/>
          <a:lstStyle/>
          <a:p>
            <a:r>
              <a:rPr lang="ko-KR" dirty="0"/>
              <a:t>결과 및 분석 </a:t>
            </a:r>
            <a:br>
              <a:rPr lang="ko-KR" altLang="en-US" dirty="0"/>
            </a:br>
            <a:r>
              <a:rPr lang="ko-KR" altLang="en-US" sz="2400" dirty="0">
                <a:cs typeface="Arial"/>
              </a:rPr>
              <a:t>- 스레드 3개 비교</a:t>
            </a:r>
            <a:endParaRPr lang="ko-KR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0DFF9DE5-61ED-F9D0-8379-8E84A236CE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smtClean="0"/>
              <a:pPr/>
              <a:t>33</a:t>
            </a:fld>
            <a:endParaRPr lang="en-US"/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E8A20677-023B-C413-D96E-CFDFE85443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9591850"/>
              </p:ext>
            </p:extLst>
          </p:nvPr>
        </p:nvGraphicFramePr>
        <p:xfrm>
          <a:off x="735330" y="2761354"/>
          <a:ext cx="9334500" cy="2681434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362325">
                  <a:extLst>
                    <a:ext uri="{9D8B030D-6E8A-4147-A177-3AD203B41FA5}">
                      <a16:colId xmlns:a16="http://schemas.microsoft.com/office/drawing/2014/main" val="2143674553"/>
                    </a:ext>
                  </a:extLst>
                </a:gridCol>
                <a:gridCol w="1581150">
                  <a:extLst>
                    <a:ext uri="{9D8B030D-6E8A-4147-A177-3AD203B41FA5}">
                      <a16:colId xmlns:a16="http://schemas.microsoft.com/office/drawing/2014/main" val="792155467"/>
                    </a:ext>
                  </a:extLst>
                </a:gridCol>
                <a:gridCol w="2114550">
                  <a:extLst>
                    <a:ext uri="{9D8B030D-6E8A-4147-A177-3AD203B41FA5}">
                      <a16:colId xmlns:a16="http://schemas.microsoft.com/office/drawing/2014/main" val="3086166732"/>
                    </a:ext>
                  </a:extLst>
                </a:gridCol>
                <a:gridCol w="2276475">
                  <a:extLst>
                    <a:ext uri="{9D8B030D-6E8A-4147-A177-3AD203B41FA5}">
                      <a16:colId xmlns:a16="http://schemas.microsoft.com/office/drawing/2014/main" val="3116178030"/>
                    </a:ext>
                  </a:extLst>
                </a:gridCol>
              </a:tblGrid>
              <a:tr h="276225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endParaRPr lang="ko-KR" altLang="en-US">
                        <a:solidFill>
                          <a:schemeClr val="bg1"/>
                        </a:solidFill>
                        <a:effectLst/>
                        <a:latin typeface="Arial"/>
                      </a:endParaRPr>
                    </a:p>
                  </a:txBody>
                  <a:tcPr marL="240182" marR="76257" marT="38129" marB="3812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B18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b="1" i="0" u="none" strike="noStrike" err="1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SRWLock</a:t>
                      </a:r>
                      <a:endParaRPr lang="en-US" b="1" i="0">
                        <a:solidFill>
                          <a:schemeClr val="bg1"/>
                        </a:solidFill>
                        <a:effectLst/>
                        <a:latin typeface="Arial"/>
                      </a:endParaRPr>
                    </a:p>
                  </a:txBody>
                  <a:tcPr marL="76257" marR="76257" marT="38129" marB="3812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B18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ase">
                        <a:lnSpc>
                          <a:spcPts val="1425"/>
                        </a:lnSpc>
                        <a:buNone/>
                      </a:pPr>
                      <a:r>
                        <a:rPr lang="af-ZA" altLang="ko-KR" sz="1200" b="1" i="0" u="none" strike="noStrike" err="1">
                          <a:solidFill>
                            <a:schemeClr val="bg1"/>
                          </a:solidFill>
                          <a:effectLst/>
                          <a:latin typeface="Arial"/>
                          <a:ea typeface="Malgun Gothic"/>
                        </a:rPr>
                        <a:t>SpinLock</a:t>
                      </a:r>
                      <a:endParaRPr lang="af-ZA" b="1" i="0">
                        <a:solidFill>
                          <a:schemeClr val="bg1"/>
                        </a:solidFill>
                        <a:effectLst/>
                        <a:latin typeface="Arial"/>
                        <a:ea typeface="Malgun Gothic"/>
                      </a:endParaRPr>
                    </a:p>
                  </a:txBody>
                  <a:tcPr marL="76257" marR="76257" marT="38129" marB="3812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B18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b="1" i="0" u="none" strike="noStrike" err="1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LockFree</a:t>
                      </a:r>
                      <a:endParaRPr lang="en-US" b="1" i="0">
                        <a:solidFill>
                          <a:schemeClr val="bg1"/>
                        </a:solidFill>
                        <a:effectLst/>
                        <a:latin typeface="Arial"/>
                      </a:endParaRPr>
                    </a:p>
                  </a:txBody>
                  <a:tcPr marL="76257" marR="76257" marT="38129" marB="3812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B18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1884366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algn="l" fontAlgn="base">
                        <a:lnSpc>
                          <a:spcPts val="1425"/>
                        </a:lnSpc>
                        <a:buNone/>
                      </a:pPr>
                      <a:r>
                        <a:rPr lang="af-ZA" altLang="ko-KR" sz="12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Arial"/>
                          <a:ea typeface="Malgun Gothic"/>
                        </a:rPr>
                        <a:t>Thread</a:t>
                      </a:r>
                      <a:r>
                        <a:rPr lang="af-ZA" altLang="ko-KR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/>
                          <a:ea typeface="Malgun Gothic"/>
                        </a:rPr>
                        <a:t> </a:t>
                      </a:r>
                      <a:r>
                        <a:rPr lang="af-ZA" altLang="ko-KR" sz="12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Arial"/>
                          <a:ea typeface="Malgun Gothic"/>
                        </a:rPr>
                        <a:t>Count</a:t>
                      </a:r>
                      <a:r>
                        <a:rPr lang="af-ZA" altLang="ko-KR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/>
                          <a:ea typeface="Malgun Gothic"/>
                        </a:rPr>
                        <a:t> ( </a:t>
                      </a:r>
                      <a:r>
                        <a:rPr lang="af-ZA" altLang="ko-KR" sz="12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Arial"/>
                          <a:ea typeface="Malgun Gothic"/>
                        </a:rPr>
                        <a:t>노드</a:t>
                      </a:r>
                      <a:r>
                        <a:rPr lang="af-ZA" altLang="ko-KR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/>
                          <a:ea typeface="Malgun Gothic"/>
                        </a:rPr>
                        <a:t> </a:t>
                      </a:r>
                      <a:r>
                        <a:rPr lang="af-ZA" altLang="ko-KR" sz="12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Arial"/>
                          <a:ea typeface="Malgun Gothic"/>
                        </a:rPr>
                        <a:t>할당</a:t>
                      </a:r>
                      <a:r>
                        <a:rPr lang="af-ZA" altLang="ko-KR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/>
                          <a:ea typeface="Malgun Gothic"/>
                        </a:rPr>
                        <a:t> </a:t>
                      </a:r>
                      <a:r>
                        <a:rPr lang="ko-KR" alt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/>
                          <a:ea typeface="Malgun Gothic"/>
                        </a:rPr>
                        <a:t>분리 전</a:t>
                      </a:r>
                      <a:r>
                        <a:rPr lang="en-US" altLang="ko-KR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/>
                          <a:ea typeface="Malgun Gothic"/>
                        </a:rPr>
                        <a:t>)</a:t>
                      </a:r>
                      <a:endParaRPr lang="ko-KR" altLang="en-US" b="0" i="0" dirty="0">
                        <a:solidFill>
                          <a:schemeClr val="bg1"/>
                        </a:solidFill>
                        <a:effectLst/>
                        <a:latin typeface="Arial"/>
                        <a:ea typeface="Malgun Gothic"/>
                      </a:endParaRPr>
                    </a:p>
                  </a:txBody>
                  <a:tcPr marL="240182" marR="76257" marT="38129" marB="3812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19,776,245,124</a:t>
                      </a:r>
                      <a:endParaRPr lang="en-US" altLang="ko-KR" b="0" i="0" dirty="0">
                        <a:solidFill>
                          <a:schemeClr val="bg1"/>
                        </a:solidFill>
                        <a:effectLst/>
                        <a:latin typeface="Arial"/>
                      </a:endParaRPr>
                    </a:p>
                  </a:txBody>
                  <a:tcPr marL="76257" marR="76257" marT="38129" marB="3812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2,631,708,160</a:t>
                      </a:r>
                      <a:endParaRPr lang="en-US" altLang="ko-KR" b="0" i="0" dirty="0">
                        <a:solidFill>
                          <a:schemeClr val="bg1"/>
                        </a:solidFill>
                        <a:effectLst/>
                        <a:latin typeface="Arial"/>
                      </a:endParaRPr>
                    </a:p>
                  </a:txBody>
                  <a:tcPr marL="76257" marR="76257" marT="38129" marB="3812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2,659,933,145</a:t>
                      </a:r>
                      <a:endParaRPr lang="en-US" altLang="ko-KR" b="0" i="0" dirty="0">
                        <a:solidFill>
                          <a:schemeClr val="bg1"/>
                        </a:solidFill>
                        <a:effectLst/>
                        <a:latin typeface="Arial"/>
                      </a:endParaRPr>
                    </a:p>
                  </a:txBody>
                  <a:tcPr marL="76257" marR="76257" marT="38129" marB="3812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0221727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algn="l" fontAlgn="base">
                        <a:lnSpc>
                          <a:spcPts val="1425"/>
                        </a:lnSpc>
                        <a:buNone/>
                      </a:pPr>
                      <a:r>
                        <a:rPr lang="af-ZA" altLang="ko-KR" sz="12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Arial"/>
                          <a:ea typeface="Malgun Gothic"/>
                        </a:rPr>
                        <a:t>Thread</a:t>
                      </a:r>
                      <a:r>
                        <a:rPr lang="af-ZA" altLang="ko-KR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/>
                          <a:ea typeface="Malgun Gothic"/>
                        </a:rPr>
                        <a:t> </a:t>
                      </a:r>
                      <a:r>
                        <a:rPr lang="af-ZA" altLang="ko-KR" sz="12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Arial"/>
                          <a:ea typeface="Malgun Gothic"/>
                        </a:rPr>
                        <a:t>Count</a:t>
                      </a:r>
                      <a:r>
                        <a:rPr lang="af-ZA" altLang="ko-KR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/>
                          <a:ea typeface="Malgun Gothic"/>
                        </a:rPr>
                        <a:t> ( </a:t>
                      </a:r>
                      <a:r>
                        <a:rPr lang="af-ZA" altLang="ko-KR" sz="12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Arial"/>
                          <a:ea typeface="Malgun Gothic"/>
                        </a:rPr>
                        <a:t>노드</a:t>
                      </a:r>
                      <a:r>
                        <a:rPr lang="af-ZA" altLang="ko-KR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/>
                          <a:ea typeface="Malgun Gothic"/>
                        </a:rPr>
                        <a:t> </a:t>
                      </a:r>
                      <a:r>
                        <a:rPr lang="af-ZA" altLang="ko-KR" sz="12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Arial"/>
                          <a:ea typeface="Malgun Gothic"/>
                        </a:rPr>
                        <a:t>할당</a:t>
                      </a:r>
                      <a:r>
                        <a:rPr lang="af-ZA" altLang="ko-KR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/>
                          <a:ea typeface="Malgun Gothic"/>
                        </a:rPr>
                        <a:t> </a:t>
                      </a:r>
                      <a:r>
                        <a:rPr lang="ko-KR" alt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/>
                          <a:ea typeface="Malgun Gothic"/>
                        </a:rPr>
                        <a:t>분리 후</a:t>
                      </a:r>
                      <a:r>
                        <a:rPr lang="en-US" altLang="ko-KR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/>
                          <a:ea typeface="Malgun Gothic"/>
                        </a:rPr>
                        <a:t>)</a:t>
                      </a:r>
                      <a:endParaRPr lang="ko-KR" altLang="en-US" b="0" i="0" dirty="0">
                        <a:solidFill>
                          <a:schemeClr val="bg1"/>
                        </a:solidFill>
                        <a:effectLst/>
                        <a:latin typeface="Arial"/>
                        <a:ea typeface="Malgun Gothic"/>
                      </a:endParaRPr>
                    </a:p>
                  </a:txBody>
                  <a:tcPr marL="240182" marR="76257" marT="38129" marB="3812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X</a:t>
                      </a:r>
                      <a:endParaRPr lang="en-US" b="0" i="0" dirty="0">
                        <a:solidFill>
                          <a:schemeClr val="bg1"/>
                        </a:solidFill>
                        <a:effectLst/>
                        <a:latin typeface="Arial"/>
                      </a:endParaRPr>
                    </a:p>
                  </a:txBody>
                  <a:tcPr marL="76257" marR="76257" marT="38129" marB="3812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2,795,043,412</a:t>
                      </a:r>
                      <a:endParaRPr lang="en-US" altLang="ko-KR" b="0" i="0" dirty="0">
                        <a:solidFill>
                          <a:schemeClr val="bg1"/>
                        </a:solidFill>
                        <a:effectLst/>
                        <a:latin typeface="Arial"/>
                      </a:endParaRPr>
                    </a:p>
                  </a:txBody>
                  <a:tcPr marL="76257" marR="76257" marT="38129" marB="3812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X</a:t>
                      </a:r>
                      <a:endParaRPr lang="en-US" b="0" i="0" dirty="0">
                        <a:solidFill>
                          <a:schemeClr val="bg1"/>
                        </a:solidFill>
                        <a:effectLst/>
                        <a:latin typeface="Arial"/>
                      </a:endParaRPr>
                    </a:p>
                  </a:txBody>
                  <a:tcPr marL="76257" marR="76257" marT="38129" marB="3812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4433141"/>
                  </a:ext>
                </a:extLst>
              </a:tr>
              <a:tr h="276225">
                <a:tc>
                  <a:txBody>
                    <a:bodyPr/>
                    <a:lstStyle/>
                    <a:p>
                      <a:pPr algn="l" fontAlgn="base">
                        <a:lnSpc>
                          <a:spcPts val="1425"/>
                        </a:lnSpc>
                        <a:buNone/>
                      </a:pPr>
                      <a:r>
                        <a:rPr lang="af-ZA" altLang="ko-KR" sz="12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Arial"/>
                          <a:ea typeface="Malgun Gothic"/>
                        </a:rPr>
                        <a:t>Process</a:t>
                      </a:r>
                      <a:r>
                        <a:rPr lang="af-ZA" altLang="ko-KR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/>
                          <a:ea typeface="Malgun Gothic"/>
                        </a:rPr>
                        <a:t> CPU </a:t>
                      </a:r>
                      <a:r>
                        <a:rPr lang="af-ZA" altLang="ko-KR" sz="12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Arial"/>
                          <a:ea typeface="Malgun Gothic"/>
                        </a:rPr>
                        <a:t>Total</a:t>
                      </a:r>
                      <a:r>
                        <a:rPr lang="af-ZA" altLang="ko-KR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/>
                          <a:ea typeface="Malgun Gothic"/>
                        </a:rPr>
                        <a:t> </a:t>
                      </a:r>
                      <a:r>
                        <a:rPr lang="af-ZA" altLang="ko-KR" sz="12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Arial"/>
                          <a:ea typeface="Malgun Gothic"/>
                        </a:rPr>
                        <a:t>Usage</a:t>
                      </a:r>
                      <a:r>
                        <a:rPr lang="af-ZA" altLang="ko-KR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/>
                          <a:ea typeface="Malgun Gothic"/>
                        </a:rPr>
                        <a:t> (%)</a:t>
                      </a:r>
                      <a:endParaRPr lang="af-ZA" altLang="ko-KR" b="0" i="0" dirty="0">
                        <a:solidFill>
                          <a:schemeClr val="bg1"/>
                        </a:solidFill>
                        <a:effectLst/>
                        <a:latin typeface="Arial"/>
                        <a:ea typeface="Malgun Gothic"/>
                      </a:endParaRPr>
                    </a:p>
                  </a:txBody>
                  <a:tcPr marL="240182" marR="76257" marT="38129" marB="3812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25.04</a:t>
                      </a:r>
                      <a:endParaRPr lang="en-US" altLang="ko-KR" b="0" i="0" dirty="0">
                        <a:solidFill>
                          <a:schemeClr val="bg1"/>
                        </a:solidFill>
                        <a:effectLst/>
                        <a:latin typeface="Arial"/>
                      </a:endParaRPr>
                    </a:p>
                  </a:txBody>
                  <a:tcPr marL="76257" marR="76257" marT="38129" marB="3812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25.06</a:t>
                      </a:r>
                      <a:endParaRPr lang="en-US" b="0" i="0" dirty="0">
                        <a:solidFill>
                          <a:schemeClr val="bg1"/>
                        </a:solidFill>
                        <a:effectLst/>
                        <a:latin typeface="Arial"/>
                      </a:endParaRPr>
                    </a:p>
                  </a:txBody>
                  <a:tcPr marL="76257" marR="76257" marT="38129" marB="3812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25.06</a:t>
                      </a:r>
                      <a:endParaRPr lang="en-US" b="0" i="0" dirty="0">
                        <a:solidFill>
                          <a:schemeClr val="bg1"/>
                        </a:solidFill>
                        <a:effectLst/>
                        <a:latin typeface="Arial"/>
                      </a:endParaRPr>
                    </a:p>
                  </a:txBody>
                  <a:tcPr marL="76257" marR="76257" marT="38129" marB="3812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0234071"/>
                  </a:ext>
                </a:extLst>
              </a:tr>
              <a:tr h="276225">
                <a:tc>
                  <a:txBody>
                    <a:bodyPr/>
                    <a:lstStyle/>
                    <a:p>
                      <a:pPr algn="l" fontAlgn="base">
                        <a:lnSpc>
                          <a:spcPts val="1425"/>
                        </a:lnSpc>
                        <a:buNone/>
                      </a:pPr>
                      <a:r>
                        <a:rPr lang="af-ZA" altLang="ko-KR" sz="12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Arial"/>
                          <a:ea typeface="Malgun Gothic"/>
                        </a:rPr>
                        <a:t>Process</a:t>
                      </a:r>
                      <a:r>
                        <a:rPr lang="af-ZA" altLang="ko-KR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/>
                          <a:ea typeface="Malgun Gothic"/>
                        </a:rPr>
                        <a:t> CPU </a:t>
                      </a:r>
                      <a:r>
                        <a:rPr lang="af-ZA" altLang="ko-KR" sz="12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Arial"/>
                          <a:ea typeface="Malgun Gothic"/>
                        </a:rPr>
                        <a:t>User</a:t>
                      </a:r>
                      <a:r>
                        <a:rPr lang="af-ZA" altLang="ko-KR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/>
                          <a:ea typeface="Malgun Gothic"/>
                        </a:rPr>
                        <a:t> </a:t>
                      </a:r>
                      <a:r>
                        <a:rPr lang="af-ZA" altLang="ko-KR" sz="12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Arial"/>
                          <a:ea typeface="Malgun Gothic"/>
                        </a:rPr>
                        <a:t>Usage</a:t>
                      </a:r>
                      <a:r>
                        <a:rPr lang="af-ZA" altLang="ko-KR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/>
                          <a:ea typeface="Malgun Gothic"/>
                        </a:rPr>
                        <a:t> (%)</a:t>
                      </a:r>
                      <a:endParaRPr lang="af-ZA" altLang="ko-KR" b="0" i="0" dirty="0">
                        <a:solidFill>
                          <a:schemeClr val="bg1"/>
                        </a:solidFill>
                        <a:effectLst/>
                        <a:latin typeface="Arial"/>
                        <a:ea typeface="Malgun Gothic"/>
                      </a:endParaRPr>
                    </a:p>
                  </a:txBody>
                  <a:tcPr marL="240182" marR="76257" marT="38129" marB="3812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24.98</a:t>
                      </a:r>
                      <a:endParaRPr lang="en-US" altLang="ko-KR" b="0" i="0" dirty="0">
                        <a:solidFill>
                          <a:schemeClr val="bg1"/>
                        </a:solidFill>
                        <a:effectLst/>
                        <a:latin typeface="Arial"/>
                      </a:endParaRPr>
                    </a:p>
                  </a:txBody>
                  <a:tcPr marL="76257" marR="76257" marT="38129" marB="3812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25.00</a:t>
                      </a:r>
                      <a:endParaRPr lang="en-US" b="0" i="0" dirty="0">
                        <a:solidFill>
                          <a:schemeClr val="bg1"/>
                        </a:solidFill>
                        <a:effectLst/>
                        <a:latin typeface="Arial"/>
                      </a:endParaRPr>
                    </a:p>
                  </a:txBody>
                  <a:tcPr marL="76257" marR="76257" marT="38129" marB="3812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25.00</a:t>
                      </a:r>
                      <a:endParaRPr lang="en-US" b="0" i="0" dirty="0">
                        <a:solidFill>
                          <a:schemeClr val="bg1"/>
                        </a:solidFill>
                        <a:effectLst/>
                        <a:latin typeface="Arial"/>
                      </a:endParaRPr>
                    </a:p>
                  </a:txBody>
                  <a:tcPr marL="76257" marR="76257" marT="38129" marB="3812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1440534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algn="l" fontAlgn="base">
                        <a:lnSpc>
                          <a:spcPts val="1425"/>
                        </a:lnSpc>
                        <a:buNone/>
                      </a:pPr>
                      <a:r>
                        <a:rPr lang="af-ZA" altLang="ko-KR" sz="12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Arial"/>
                          <a:ea typeface="Malgun Gothic"/>
                        </a:rPr>
                        <a:t>Process</a:t>
                      </a:r>
                      <a:r>
                        <a:rPr lang="af-ZA" altLang="ko-KR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/>
                          <a:ea typeface="Malgun Gothic"/>
                        </a:rPr>
                        <a:t> CPU </a:t>
                      </a:r>
                      <a:r>
                        <a:rPr lang="af-ZA" altLang="ko-KR" sz="12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Arial"/>
                          <a:ea typeface="Malgun Gothic"/>
                        </a:rPr>
                        <a:t>Kernel</a:t>
                      </a:r>
                      <a:r>
                        <a:rPr lang="af-ZA" altLang="ko-KR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/>
                          <a:ea typeface="Malgun Gothic"/>
                        </a:rPr>
                        <a:t> </a:t>
                      </a:r>
                      <a:r>
                        <a:rPr lang="af-ZA" altLang="ko-KR" sz="12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Arial"/>
                          <a:ea typeface="Malgun Gothic"/>
                        </a:rPr>
                        <a:t>Usage</a:t>
                      </a:r>
                      <a:r>
                        <a:rPr lang="af-ZA" altLang="ko-KR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/>
                          <a:ea typeface="Malgun Gothic"/>
                        </a:rPr>
                        <a:t> (%)</a:t>
                      </a:r>
                      <a:endParaRPr lang="af-ZA" altLang="ko-KR" b="0" i="0" dirty="0">
                        <a:solidFill>
                          <a:schemeClr val="bg1"/>
                        </a:solidFill>
                        <a:effectLst/>
                        <a:latin typeface="Arial"/>
                        <a:ea typeface="Malgun Gothic"/>
                      </a:endParaRPr>
                    </a:p>
                  </a:txBody>
                  <a:tcPr marL="240182" marR="76257" marT="38129" marB="3812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0.06</a:t>
                      </a:r>
                      <a:endParaRPr lang="en-US" b="0" i="0" dirty="0">
                        <a:solidFill>
                          <a:schemeClr val="bg1"/>
                        </a:solidFill>
                        <a:effectLst/>
                        <a:latin typeface="Arial"/>
                      </a:endParaRPr>
                    </a:p>
                  </a:txBody>
                  <a:tcPr marL="76257" marR="76257" marT="38129" marB="3812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0.06</a:t>
                      </a:r>
                      <a:endParaRPr lang="en-US" b="0" i="0" dirty="0">
                        <a:solidFill>
                          <a:schemeClr val="bg1"/>
                        </a:solidFill>
                        <a:effectLst/>
                        <a:latin typeface="Arial"/>
                      </a:endParaRPr>
                    </a:p>
                  </a:txBody>
                  <a:tcPr marL="76257" marR="76257" marT="38129" marB="3812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0.06</a:t>
                      </a:r>
                      <a:endParaRPr lang="en-US" b="0" i="0" dirty="0">
                        <a:solidFill>
                          <a:schemeClr val="bg1"/>
                        </a:solidFill>
                        <a:effectLst/>
                        <a:latin typeface="Arial"/>
                      </a:endParaRPr>
                    </a:p>
                  </a:txBody>
                  <a:tcPr marL="76257" marR="76257" marT="38129" marB="3812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4447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ase">
                        <a:lnSpc>
                          <a:spcPts val="1425"/>
                        </a:lnSpc>
                        <a:buNone/>
                      </a:pPr>
                      <a:r>
                        <a:rPr lang="af-ZA" altLang="ko-KR" sz="12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Arial"/>
                          <a:ea typeface="Malgun Gothic"/>
                        </a:rPr>
                        <a:t>Process</a:t>
                      </a:r>
                      <a:r>
                        <a:rPr lang="af-ZA" altLang="ko-KR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/>
                          <a:ea typeface="Malgun Gothic"/>
                        </a:rPr>
                        <a:t> </a:t>
                      </a:r>
                      <a:r>
                        <a:rPr lang="af-ZA" altLang="ko-KR" sz="12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Arial"/>
                          <a:ea typeface="Malgun Gothic"/>
                        </a:rPr>
                        <a:t>Context</a:t>
                      </a:r>
                      <a:r>
                        <a:rPr lang="af-ZA" altLang="ko-KR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/>
                          <a:ea typeface="Malgun Gothic"/>
                        </a:rPr>
                        <a:t> </a:t>
                      </a:r>
                      <a:r>
                        <a:rPr lang="af-ZA" altLang="ko-KR" sz="12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Arial"/>
                          <a:ea typeface="Malgun Gothic"/>
                        </a:rPr>
                        <a:t>Switches</a:t>
                      </a:r>
                      <a:r>
                        <a:rPr lang="af-ZA" altLang="ko-KR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/>
                          <a:ea typeface="Malgun Gothic"/>
                        </a:rPr>
                        <a:t> ( </a:t>
                      </a:r>
                      <a:r>
                        <a:rPr lang="af-ZA" altLang="ko-KR" sz="12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Arial"/>
                          <a:ea typeface="Malgun Gothic"/>
                        </a:rPr>
                        <a:t>cnt</a:t>
                      </a:r>
                      <a:r>
                        <a:rPr lang="af-ZA" altLang="ko-KR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/>
                          <a:ea typeface="Malgun Gothic"/>
                        </a:rPr>
                        <a:t> /sec)</a:t>
                      </a:r>
                      <a:endParaRPr lang="af-ZA" b="0" i="0" dirty="0">
                        <a:solidFill>
                          <a:schemeClr val="bg1"/>
                        </a:solidFill>
                        <a:effectLst/>
                        <a:latin typeface="Arial"/>
                        <a:ea typeface="Malgun Gothic"/>
                      </a:endParaRPr>
                    </a:p>
                  </a:txBody>
                  <a:tcPr marL="240182" marR="76257" marT="38129" marB="3812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32.03</a:t>
                      </a:r>
                      <a:endParaRPr lang="en-US" b="0" i="0" dirty="0">
                        <a:solidFill>
                          <a:schemeClr val="bg1"/>
                        </a:solidFill>
                        <a:effectLst/>
                        <a:latin typeface="Arial"/>
                      </a:endParaRPr>
                    </a:p>
                  </a:txBody>
                  <a:tcPr marL="76257" marR="76257" marT="38129" marB="3812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29.37</a:t>
                      </a:r>
                      <a:endParaRPr lang="en-US" b="0" i="0" dirty="0">
                        <a:solidFill>
                          <a:schemeClr val="bg1"/>
                        </a:solidFill>
                        <a:effectLst/>
                        <a:latin typeface="Arial"/>
                      </a:endParaRPr>
                    </a:p>
                  </a:txBody>
                  <a:tcPr marL="76257" marR="76257" marT="38129" marB="3812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28.33</a:t>
                      </a:r>
                      <a:endParaRPr lang="en-US" b="0" i="0" dirty="0">
                        <a:solidFill>
                          <a:schemeClr val="bg1"/>
                        </a:solidFill>
                        <a:effectLst/>
                        <a:latin typeface="Arial"/>
                      </a:endParaRPr>
                    </a:p>
                  </a:txBody>
                  <a:tcPr marL="76257" marR="76257" marT="38129" marB="3812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31079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ase">
                        <a:lnSpc>
                          <a:spcPts val="1425"/>
                        </a:lnSpc>
                        <a:buNone/>
                      </a:pPr>
                      <a:r>
                        <a:rPr lang="af-ZA" altLang="ko-KR" sz="12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Arial"/>
                          <a:ea typeface="Malgun Gothic"/>
                        </a:rPr>
                        <a:t>Interlock</a:t>
                      </a:r>
                      <a:r>
                        <a:rPr lang="af-ZA" altLang="ko-KR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/>
                          <a:ea typeface="Malgun Gothic"/>
                        </a:rPr>
                        <a:t> </a:t>
                      </a:r>
                      <a:r>
                        <a:rPr lang="af-ZA" altLang="ko-KR" sz="12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Arial"/>
                          <a:ea typeface="Malgun Gothic"/>
                        </a:rPr>
                        <a:t>Try</a:t>
                      </a:r>
                      <a:r>
                        <a:rPr lang="af-ZA" altLang="ko-KR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/>
                          <a:ea typeface="Malgun Gothic"/>
                        </a:rPr>
                        <a:t> </a:t>
                      </a:r>
                      <a:r>
                        <a:rPr lang="af-ZA" altLang="ko-KR" sz="12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Arial"/>
                          <a:ea typeface="Malgun Gothic"/>
                        </a:rPr>
                        <a:t>Total</a:t>
                      </a:r>
                      <a:r>
                        <a:rPr lang="af-ZA" altLang="ko-KR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/>
                          <a:ea typeface="Malgun Gothic"/>
                        </a:rPr>
                        <a:t> </a:t>
                      </a:r>
                      <a:r>
                        <a:rPr lang="af-ZA" altLang="ko-KR" sz="12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Arial"/>
                          <a:ea typeface="Malgun Gothic"/>
                        </a:rPr>
                        <a:t>Count</a:t>
                      </a:r>
                      <a:endParaRPr lang="af-ZA" b="0" i="0" dirty="0">
                        <a:solidFill>
                          <a:schemeClr val="bg1"/>
                        </a:solidFill>
                        <a:effectLst/>
                        <a:latin typeface="Arial"/>
                        <a:ea typeface="Malgun Gothic"/>
                      </a:endParaRPr>
                    </a:p>
                  </a:txBody>
                  <a:tcPr marL="240182" marR="76257" marT="38129" marB="3812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X</a:t>
                      </a:r>
                      <a:endParaRPr lang="en-US" b="0" i="0" dirty="0">
                        <a:solidFill>
                          <a:schemeClr val="bg1"/>
                        </a:solidFill>
                        <a:effectLst/>
                        <a:latin typeface="Arial"/>
                      </a:endParaRPr>
                    </a:p>
                  </a:txBody>
                  <a:tcPr marL="76257" marR="76257" marT="38129" marB="3812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21,986,291,111</a:t>
                      </a:r>
                      <a:endParaRPr lang="en-US" altLang="ko-KR" b="0" i="0" dirty="0">
                        <a:solidFill>
                          <a:schemeClr val="bg1"/>
                        </a:solidFill>
                        <a:effectLst/>
                        <a:latin typeface="Arial"/>
                      </a:endParaRPr>
                    </a:p>
                  </a:txBody>
                  <a:tcPr marL="76257" marR="76257" marT="38129" marB="3812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6,271,727,052</a:t>
                      </a:r>
                      <a:endParaRPr lang="en-US" altLang="ko-KR" b="0" i="0" dirty="0">
                        <a:solidFill>
                          <a:schemeClr val="bg1"/>
                        </a:solidFill>
                        <a:effectLst/>
                        <a:latin typeface="Arial"/>
                      </a:endParaRPr>
                    </a:p>
                  </a:txBody>
                  <a:tcPr marL="76257" marR="76257" marT="38129" marB="3812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19386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ase">
                        <a:lnSpc>
                          <a:spcPts val="1425"/>
                        </a:lnSpc>
                        <a:buNone/>
                      </a:pPr>
                      <a:r>
                        <a:rPr lang="af-ZA" altLang="ko-KR" sz="12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Arial"/>
                          <a:ea typeface="Malgun Gothic"/>
                        </a:rPr>
                        <a:t>Interlock</a:t>
                      </a:r>
                      <a:r>
                        <a:rPr lang="af-ZA" altLang="ko-KR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/>
                          <a:ea typeface="Malgun Gothic"/>
                        </a:rPr>
                        <a:t> </a:t>
                      </a:r>
                      <a:r>
                        <a:rPr lang="af-ZA" altLang="ko-KR" sz="12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Arial"/>
                          <a:ea typeface="Malgun Gothic"/>
                        </a:rPr>
                        <a:t>Success</a:t>
                      </a:r>
                      <a:r>
                        <a:rPr lang="af-ZA" altLang="ko-KR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/>
                          <a:ea typeface="Malgun Gothic"/>
                        </a:rPr>
                        <a:t> Ratio(%)</a:t>
                      </a:r>
                      <a:endParaRPr lang="af-ZA" altLang="ko-KR" b="0" i="0" dirty="0">
                        <a:solidFill>
                          <a:schemeClr val="bg1"/>
                        </a:solidFill>
                        <a:effectLst/>
                        <a:latin typeface="Arial"/>
                        <a:ea typeface="Malgun Gothic"/>
                      </a:endParaRPr>
                    </a:p>
                  </a:txBody>
                  <a:tcPr marL="240182" marR="76257" marT="38129" marB="3812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X</a:t>
                      </a:r>
                      <a:endParaRPr lang="en-US" b="0" i="0" dirty="0">
                        <a:solidFill>
                          <a:schemeClr val="bg1"/>
                        </a:solidFill>
                        <a:effectLst/>
                        <a:latin typeface="Arial"/>
                      </a:endParaRPr>
                    </a:p>
                  </a:txBody>
                  <a:tcPr marL="76257" marR="76257" marT="38129" marB="3812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9.82</a:t>
                      </a:r>
                      <a:endParaRPr lang="en-US" altLang="ko-KR" b="0" i="0" dirty="0">
                        <a:solidFill>
                          <a:schemeClr val="bg1"/>
                        </a:solidFill>
                        <a:effectLst/>
                        <a:latin typeface="Arial"/>
                      </a:endParaRPr>
                    </a:p>
                  </a:txBody>
                  <a:tcPr marL="76257" marR="76257" marT="38129" marB="3812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73.29</a:t>
                      </a:r>
                      <a:endParaRPr lang="en-US" altLang="ko-KR" b="0" i="0" dirty="0">
                        <a:solidFill>
                          <a:schemeClr val="bg1"/>
                        </a:solidFill>
                        <a:effectLst/>
                        <a:latin typeface="Arial"/>
                      </a:endParaRPr>
                    </a:p>
                  </a:txBody>
                  <a:tcPr marL="76257" marR="76257" marT="38129" marB="3812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52463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ase">
                        <a:lnSpc>
                          <a:spcPts val="1425"/>
                        </a:lnSpc>
                        <a:buNone/>
                      </a:pPr>
                      <a:r>
                        <a:rPr lang="af-ZA" altLang="ko-KR" sz="12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Arial"/>
                          <a:ea typeface="Malgun Gothic"/>
                        </a:rPr>
                        <a:t>Interlock</a:t>
                      </a:r>
                      <a:r>
                        <a:rPr lang="af-ZA" altLang="ko-KR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/>
                          <a:ea typeface="Malgun Gothic"/>
                        </a:rPr>
                        <a:t> </a:t>
                      </a:r>
                      <a:r>
                        <a:rPr lang="af-ZA" altLang="ko-KR" sz="12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Arial"/>
                          <a:ea typeface="Malgun Gothic"/>
                        </a:rPr>
                        <a:t>Failed</a:t>
                      </a:r>
                      <a:r>
                        <a:rPr lang="af-ZA" altLang="ko-KR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/>
                          <a:ea typeface="Malgun Gothic"/>
                        </a:rPr>
                        <a:t> Ratio(%)</a:t>
                      </a:r>
                      <a:endParaRPr lang="af-ZA" altLang="ko-KR" b="0" i="0" dirty="0">
                        <a:solidFill>
                          <a:schemeClr val="bg1"/>
                        </a:solidFill>
                        <a:effectLst/>
                        <a:latin typeface="Arial"/>
                        <a:ea typeface="Malgun Gothic"/>
                      </a:endParaRPr>
                    </a:p>
                  </a:txBody>
                  <a:tcPr marL="240182" marR="76257" marT="38129" marB="3812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X</a:t>
                      </a:r>
                      <a:endParaRPr lang="en-US" b="0" i="0" dirty="0">
                        <a:solidFill>
                          <a:schemeClr val="bg1"/>
                        </a:solidFill>
                        <a:effectLst/>
                        <a:latin typeface="Arial"/>
                      </a:endParaRPr>
                    </a:p>
                  </a:txBody>
                  <a:tcPr marL="76257" marR="76257" marT="38129" marB="3812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90.17</a:t>
                      </a:r>
                      <a:endParaRPr lang="en-US" altLang="ko-KR" b="0" i="0" dirty="0">
                        <a:solidFill>
                          <a:schemeClr val="bg1"/>
                        </a:solidFill>
                        <a:effectLst/>
                        <a:latin typeface="Arial"/>
                      </a:endParaRPr>
                    </a:p>
                  </a:txBody>
                  <a:tcPr marL="76257" marR="76257" marT="38129" marB="3812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26.70</a:t>
                      </a:r>
                      <a:endParaRPr lang="en-US" altLang="ko-KR" b="0" i="0" dirty="0">
                        <a:solidFill>
                          <a:schemeClr val="bg1"/>
                        </a:solidFill>
                        <a:effectLst/>
                        <a:latin typeface="Arial"/>
                      </a:endParaRPr>
                    </a:p>
                  </a:txBody>
                  <a:tcPr marL="76257" marR="76257" marT="38129" marB="3812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6107077"/>
                  </a:ext>
                </a:extLst>
              </a:tr>
            </a:tbl>
          </a:graphicData>
        </a:graphic>
      </p:graphicFrame>
      <p:pic>
        <p:nvPicPr>
          <p:cNvPr id="4" name="그림 3" descr="폰트, 텍스트, 그래픽, 로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476D106-CA49-6629-B2D4-120A6A19E5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29" y="-387"/>
            <a:ext cx="2410426" cy="570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311858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84EAC3-A074-D021-3DAE-8E53187076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7868DAF-40DF-9540-9F0B-2D79DAA24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smtClean="0"/>
              <a:pPr/>
              <a:t>34</a:t>
            </a:fld>
            <a:endParaRPr lang="en-US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0CD528CA-637A-1EFA-AE08-F83ECA49A3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6303073"/>
              </p:ext>
            </p:extLst>
          </p:nvPr>
        </p:nvGraphicFramePr>
        <p:xfrm>
          <a:off x="788670" y="2865523"/>
          <a:ext cx="9334500" cy="2681434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362325">
                  <a:extLst>
                    <a:ext uri="{9D8B030D-6E8A-4147-A177-3AD203B41FA5}">
                      <a16:colId xmlns:a16="http://schemas.microsoft.com/office/drawing/2014/main" val="1103882007"/>
                    </a:ext>
                  </a:extLst>
                </a:gridCol>
                <a:gridCol w="1581150">
                  <a:extLst>
                    <a:ext uri="{9D8B030D-6E8A-4147-A177-3AD203B41FA5}">
                      <a16:colId xmlns:a16="http://schemas.microsoft.com/office/drawing/2014/main" val="2743212222"/>
                    </a:ext>
                  </a:extLst>
                </a:gridCol>
                <a:gridCol w="2114550">
                  <a:extLst>
                    <a:ext uri="{9D8B030D-6E8A-4147-A177-3AD203B41FA5}">
                      <a16:colId xmlns:a16="http://schemas.microsoft.com/office/drawing/2014/main" val="3321040283"/>
                    </a:ext>
                  </a:extLst>
                </a:gridCol>
                <a:gridCol w="2276475">
                  <a:extLst>
                    <a:ext uri="{9D8B030D-6E8A-4147-A177-3AD203B41FA5}">
                      <a16:colId xmlns:a16="http://schemas.microsoft.com/office/drawing/2014/main" val="3889533255"/>
                    </a:ext>
                  </a:extLst>
                </a:gridCol>
              </a:tblGrid>
              <a:tr h="276225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endParaRPr lang="ko-KR" altLang="en-US">
                        <a:solidFill>
                          <a:schemeClr val="bg1"/>
                        </a:solidFill>
                        <a:effectLst/>
                        <a:latin typeface="Arial"/>
                      </a:endParaRPr>
                    </a:p>
                  </a:txBody>
                  <a:tcPr marL="240182" marR="76257" marT="38129" marB="3812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B18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b="1" err="1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SRWLock</a:t>
                      </a:r>
                      <a:endParaRPr lang="en-US" b="1">
                        <a:solidFill>
                          <a:schemeClr val="bg1"/>
                        </a:solidFill>
                        <a:effectLst/>
                        <a:latin typeface="Arial"/>
                      </a:endParaRPr>
                    </a:p>
                  </a:txBody>
                  <a:tcPr marL="76257" marR="76257" marT="38129" marB="3812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B18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ase">
                        <a:lnSpc>
                          <a:spcPts val="1425"/>
                        </a:lnSpc>
                        <a:buNone/>
                      </a:pPr>
                      <a:r>
                        <a:rPr lang="af-ZA" altLang="ko-KR" sz="1200" b="1" err="1">
                          <a:solidFill>
                            <a:schemeClr val="bg1"/>
                          </a:solidFill>
                          <a:effectLst/>
                          <a:latin typeface="Arial"/>
                          <a:ea typeface="Malgun Gothic"/>
                        </a:rPr>
                        <a:t>SpinLock</a:t>
                      </a:r>
                      <a:endParaRPr lang="af-ZA" b="1">
                        <a:solidFill>
                          <a:schemeClr val="bg1"/>
                        </a:solidFill>
                        <a:effectLst/>
                        <a:latin typeface="Arial"/>
                        <a:ea typeface="Malgun Gothic"/>
                      </a:endParaRPr>
                    </a:p>
                  </a:txBody>
                  <a:tcPr marL="76257" marR="76257" marT="38129" marB="3812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B18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b="1" err="1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LockFree</a:t>
                      </a:r>
                      <a:endParaRPr lang="en-US" b="1">
                        <a:solidFill>
                          <a:schemeClr val="bg1"/>
                        </a:solidFill>
                        <a:effectLst/>
                        <a:latin typeface="Arial"/>
                      </a:endParaRPr>
                    </a:p>
                  </a:txBody>
                  <a:tcPr marL="76257" marR="76257" marT="38129" marB="3812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B18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406677"/>
                  </a:ext>
                </a:extLst>
              </a:tr>
              <a:tr h="123825">
                <a:tc>
                  <a:txBody>
                    <a:bodyPr/>
                    <a:lstStyle/>
                    <a:p>
                      <a:pPr lvl="0">
                        <a:lnSpc>
                          <a:spcPts val="1425"/>
                        </a:lnSpc>
                        <a:buNone/>
                      </a:pPr>
                      <a:r>
                        <a:rPr lang="af-ZA" sz="1200" b="0" i="0" u="none" strike="noStrike" noProof="0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Thread Count (</a:t>
                      </a:r>
                      <a:r>
                        <a:rPr lang="af-ZA" altLang="ko-KR" sz="1200" b="0" i="0" u="none" strike="noStrike" noProof="0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 </a:t>
                      </a:r>
                      <a:r>
                        <a:rPr lang="ko-KR" altLang="af-ZA" sz="1200" b="0" i="0" u="none" strike="noStrike" noProof="0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노드</a:t>
                      </a:r>
                      <a:r>
                        <a:rPr lang="af-ZA" sz="1200" b="0" i="0" u="none" strike="noStrike" noProof="0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 </a:t>
                      </a:r>
                      <a:r>
                        <a:rPr lang="ko-KR" altLang="af-ZA" sz="1200" b="0" i="0" u="none" strike="noStrike" noProof="0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할당</a:t>
                      </a:r>
                      <a:r>
                        <a:rPr lang="af-ZA" sz="1200" b="0" i="0" u="none" strike="noStrike" noProof="0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 </a:t>
                      </a:r>
                      <a:r>
                        <a:rPr lang="ko-KR" sz="1200" b="0" i="0" u="none" strike="noStrike" noProof="0">
                          <a:solidFill>
                            <a:schemeClr val="bg1"/>
                          </a:solidFill>
                          <a:effectLst/>
                          <a:latin typeface="Arial"/>
                          <a:ea typeface="Malgun Gothic"/>
                        </a:rPr>
                        <a:t>분리 전</a:t>
                      </a:r>
                      <a:r>
                        <a:rPr lang="en-US" sz="1200" b="0" i="0" u="none" strike="noStrike" noProof="0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)</a:t>
                      </a:r>
                      <a:endParaRPr lang="ko-KR" b="0" i="0" u="none" strike="noStrike" noProof="0"/>
                    </a:p>
                  </a:txBody>
                  <a:tcPr marL="240182" marR="76257" marT="38129" marB="3812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12,108,320,327</a:t>
                      </a:r>
                      <a:endParaRPr lang="en-US">
                        <a:solidFill>
                          <a:schemeClr val="bg1"/>
                        </a:solidFill>
                        <a:effectLst/>
                        <a:latin typeface="Arial"/>
                      </a:endParaRPr>
                    </a:p>
                  </a:txBody>
                  <a:tcPr marL="76257" marR="76257" marT="38129" marB="3812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464,494,023</a:t>
                      </a:r>
                      <a:endParaRPr lang="en-US" altLang="ko-KR">
                        <a:solidFill>
                          <a:schemeClr val="bg1"/>
                        </a:solidFill>
                        <a:effectLst/>
                        <a:latin typeface="Arial"/>
                      </a:endParaRPr>
                    </a:p>
                  </a:txBody>
                  <a:tcPr marL="76257" marR="76257" marT="38129" marB="3812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2,018,193,425</a:t>
                      </a:r>
                      <a:endParaRPr lang="en-US">
                        <a:solidFill>
                          <a:schemeClr val="bg1"/>
                        </a:solidFill>
                        <a:effectLst/>
                        <a:latin typeface="Arial"/>
                      </a:endParaRPr>
                    </a:p>
                  </a:txBody>
                  <a:tcPr marL="76257" marR="76257" marT="38129" marB="3812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7447939"/>
                  </a:ext>
                </a:extLst>
              </a:tr>
              <a:tr h="123825">
                <a:tc>
                  <a:txBody>
                    <a:bodyPr/>
                    <a:lstStyle/>
                    <a:p>
                      <a:pPr lvl="0">
                        <a:lnSpc>
                          <a:spcPts val="1425"/>
                        </a:lnSpc>
                        <a:buNone/>
                      </a:pPr>
                      <a:r>
                        <a:rPr lang="af-ZA" sz="1200" b="0" i="0" u="none" strike="noStrike" noProof="0" err="1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Thread</a:t>
                      </a:r>
                      <a:r>
                        <a:rPr lang="af-ZA" sz="1200" b="0" i="0" u="none" strike="noStrike" noProof="0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 </a:t>
                      </a:r>
                      <a:r>
                        <a:rPr lang="af-ZA" sz="1200" b="0" i="0" u="none" strike="noStrike" noProof="0" err="1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Count</a:t>
                      </a:r>
                      <a:r>
                        <a:rPr lang="af-ZA" sz="1200" b="0" i="0" u="none" strike="noStrike" noProof="0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 ( </a:t>
                      </a:r>
                      <a:r>
                        <a:rPr lang="af-ZA" sz="1200" b="0" i="0" u="none" strike="noStrike" noProof="0" err="1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노드</a:t>
                      </a:r>
                      <a:r>
                        <a:rPr lang="af-ZA" sz="1200" b="0" i="0" u="none" strike="noStrike" noProof="0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 </a:t>
                      </a:r>
                      <a:r>
                        <a:rPr lang="af-ZA" sz="1200" b="0" i="0" u="none" strike="noStrike" noProof="0" err="1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할당</a:t>
                      </a:r>
                      <a:r>
                        <a:rPr lang="af-ZA" sz="1200" b="0" i="0" u="none" strike="noStrike" noProof="0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 </a:t>
                      </a:r>
                      <a:r>
                        <a:rPr lang="ko-KR" altLang="en-US" sz="1200" b="0" i="0" u="none" strike="noStrike" noProof="0">
                          <a:solidFill>
                            <a:schemeClr val="bg1"/>
                          </a:solidFill>
                          <a:effectLst/>
                          <a:latin typeface="Arial"/>
                          <a:ea typeface="Malgun Gothic"/>
                        </a:rPr>
                        <a:t>분리 후</a:t>
                      </a:r>
                      <a:r>
                        <a:rPr lang="en-US" sz="1200" b="0" i="0" u="none" strike="noStrike" noProof="0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)</a:t>
                      </a:r>
                    </a:p>
                  </a:txBody>
                  <a:tcPr marL="240182" marR="76257" marT="38129" marB="3812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X</a:t>
                      </a:r>
                      <a:endParaRPr lang="en-US">
                        <a:solidFill>
                          <a:schemeClr val="bg1"/>
                        </a:solidFill>
                        <a:effectLst/>
                        <a:latin typeface="Arial"/>
                      </a:endParaRPr>
                    </a:p>
                  </a:txBody>
                  <a:tcPr marL="76257" marR="76257" marT="38129" marB="3812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716,903,745</a:t>
                      </a:r>
                      <a:endParaRPr lang="en-US" altLang="ko-KR">
                        <a:solidFill>
                          <a:schemeClr val="bg1"/>
                        </a:solidFill>
                        <a:effectLst/>
                        <a:latin typeface="Arial"/>
                      </a:endParaRPr>
                    </a:p>
                  </a:txBody>
                  <a:tcPr marL="76257" marR="76257" marT="38129" marB="3812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X</a:t>
                      </a:r>
                      <a:endParaRPr lang="en-US">
                        <a:solidFill>
                          <a:schemeClr val="bg1"/>
                        </a:solidFill>
                        <a:effectLst/>
                        <a:latin typeface="Arial"/>
                      </a:endParaRPr>
                    </a:p>
                  </a:txBody>
                  <a:tcPr marL="76257" marR="76257" marT="38129" marB="3812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1767711"/>
                  </a:ext>
                </a:extLst>
              </a:tr>
              <a:tr h="276225">
                <a:tc>
                  <a:txBody>
                    <a:bodyPr/>
                    <a:lstStyle/>
                    <a:p>
                      <a:pPr fontAlgn="base">
                        <a:lnSpc>
                          <a:spcPts val="1425"/>
                        </a:lnSpc>
                        <a:buNone/>
                      </a:pPr>
                      <a:r>
                        <a:rPr lang="af-ZA" altLang="ko-KR" sz="1200" err="1">
                          <a:solidFill>
                            <a:schemeClr val="bg1"/>
                          </a:solidFill>
                          <a:effectLst/>
                          <a:latin typeface="Arial"/>
                          <a:ea typeface="Malgun Gothic"/>
                        </a:rPr>
                        <a:t>Process</a:t>
                      </a:r>
                      <a:r>
                        <a:rPr lang="af-ZA" altLang="ko-KR" sz="1200">
                          <a:solidFill>
                            <a:schemeClr val="bg1"/>
                          </a:solidFill>
                          <a:effectLst/>
                          <a:latin typeface="Arial"/>
                          <a:ea typeface="Malgun Gothic"/>
                        </a:rPr>
                        <a:t> CPU </a:t>
                      </a:r>
                      <a:r>
                        <a:rPr lang="af-ZA" altLang="ko-KR" sz="1200" err="1">
                          <a:solidFill>
                            <a:schemeClr val="bg1"/>
                          </a:solidFill>
                          <a:effectLst/>
                          <a:latin typeface="Arial"/>
                          <a:ea typeface="Malgun Gothic"/>
                        </a:rPr>
                        <a:t>Total</a:t>
                      </a:r>
                      <a:r>
                        <a:rPr lang="af-ZA" altLang="ko-KR" sz="1200">
                          <a:solidFill>
                            <a:schemeClr val="bg1"/>
                          </a:solidFill>
                          <a:effectLst/>
                          <a:latin typeface="Arial"/>
                          <a:ea typeface="Malgun Gothic"/>
                        </a:rPr>
                        <a:t> </a:t>
                      </a:r>
                      <a:r>
                        <a:rPr lang="af-ZA" altLang="ko-KR" sz="1200" err="1">
                          <a:solidFill>
                            <a:schemeClr val="bg1"/>
                          </a:solidFill>
                          <a:effectLst/>
                          <a:latin typeface="Arial"/>
                          <a:ea typeface="Malgun Gothic"/>
                        </a:rPr>
                        <a:t>Usage</a:t>
                      </a:r>
                      <a:r>
                        <a:rPr lang="af-ZA" altLang="ko-KR" sz="1200">
                          <a:solidFill>
                            <a:schemeClr val="bg1"/>
                          </a:solidFill>
                          <a:effectLst/>
                          <a:latin typeface="Arial"/>
                          <a:ea typeface="Malgun Gothic"/>
                        </a:rPr>
                        <a:t> (%)</a:t>
                      </a:r>
                      <a:endParaRPr lang="af-ZA">
                        <a:solidFill>
                          <a:schemeClr val="bg1"/>
                        </a:solidFill>
                        <a:effectLst/>
                        <a:latin typeface="Arial"/>
                        <a:ea typeface="Malgun Gothic"/>
                      </a:endParaRPr>
                    </a:p>
                  </a:txBody>
                  <a:tcPr marL="240182" marR="76257" marT="38129" marB="3812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99.38</a:t>
                      </a:r>
                      <a:endParaRPr lang="en-US" altLang="ko-KR">
                        <a:solidFill>
                          <a:schemeClr val="bg1"/>
                        </a:solidFill>
                        <a:effectLst/>
                        <a:latin typeface="Arial"/>
                      </a:endParaRPr>
                    </a:p>
                  </a:txBody>
                  <a:tcPr marL="76257" marR="76257" marT="38129" marB="3812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99.45</a:t>
                      </a:r>
                      <a:endParaRPr lang="en-US" altLang="ko-KR">
                        <a:solidFill>
                          <a:schemeClr val="bg1"/>
                        </a:solidFill>
                        <a:effectLst/>
                        <a:latin typeface="Arial"/>
                      </a:endParaRPr>
                    </a:p>
                  </a:txBody>
                  <a:tcPr marL="76257" marR="76257" marT="38129" marB="3812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99.38</a:t>
                      </a:r>
                      <a:endParaRPr lang="en-US" altLang="ko-KR">
                        <a:solidFill>
                          <a:schemeClr val="bg1"/>
                        </a:solidFill>
                        <a:effectLst/>
                        <a:latin typeface="Arial"/>
                      </a:endParaRPr>
                    </a:p>
                  </a:txBody>
                  <a:tcPr marL="76257" marR="76257" marT="38129" marB="3812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7274787"/>
                  </a:ext>
                </a:extLst>
              </a:tr>
              <a:tr h="276225">
                <a:tc>
                  <a:txBody>
                    <a:bodyPr/>
                    <a:lstStyle/>
                    <a:p>
                      <a:pPr fontAlgn="base">
                        <a:lnSpc>
                          <a:spcPts val="1425"/>
                        </a:lnSpc>
                        <a:buNone/>
                      </a:pPr>
                      <a:r>
                        <a:rPr lang="af-ZA" altLang="ko-KR" sz="1200" err="1">
                          <a:solidFill>
                            <a:schemeClr val="bg1"/>
                          </a:solidFill>
                          <a:effectLst/>
                          <a:latin typeface="Arial"/>
                          <a:ea typeface="Malgun Gothic"/>
                        </a:rPr>
                        <a:t>Process</a:t>
                      </a:r>
                      <a:r>
                        <a:rPr lang="af-ZA" altLang="ko-KR" sz="1200">
                          <a:solidFill>
                            <a:schemeClr val="bg1"/>
                          </a:solidFill>
                          <a:effectLst/>
                          <a:latin typeface="Arial"/>
                          <a:ea typeface="Malgun Gothic"/>
                        </a:rPr>
                        <a:t> CPU </a:t>
                      </a:r>
                      <a:r>
                        <a:rPr lang="af-ZA" altLang="ko-KR" sz="1200" err="1">
                          <a:solidFill>
                            <a:schemeClr val="bg1"/>
                          </a:solidFill>
                          <a:effectLst/>
                          <a:latin typeface="Arial"/>
                          <a:ea typeface="Malgun Gothic"/>
                        </a:rPr>
                        <a:t>User</a:t>
                      </a:r>
                      <a:r>
                        <a:rPr lang="af-ZA" altLang="ko-KR" sz="1200">
                          <a:solidFill>
                            <a:schemeClr val="bg1"/>
                          </a:solidFill>
                          <a:effectLst/>
                          <a:latin typeface="Arial"/>
                          <a:ea typeface="Malgun Gothic"/>
                        </a:rPr>
                        <a:t> </a:t>
                      </a:r>
                      <a:r>
                        <a:rPr lang="af-ZA" altLang="ko-KR" sz="1200" err="1">
                          <a:solidFill>
                            <a:schemeClr val="bg1"/>
                          </a:solidFill>
                          <a:effectLst/>
                          <a:latin typeface="Arial"/>
                          <a:ea typeface="Malgun Gothic"/>
                        </a:rPr>
                        <a:t>Usage</a:t>
                      </a:r>
                      <a:r>
                        <a:rPr lang="af-ZA" altLang="ko-KR" sz="1200">
                          <a:solidFill>
                            <a:schemeClr val="bg1"/>
                          </a:solidFill>
                          <a:effectLst/>
                          <a:latin typeface="Arial"/>
                          <a:ea typeface="Malgun Gothic"/>
                        </a:rPr>
                        <a:t> (%)</a:t>
                      </a:r>
                      <a:endParaRPr lang="af-ZA">
                        <a:solidFill>
                          <a:schemeClr val="bg1"/>
                        </a:solidFill>
                        <a:effectLst/>
                        <a:latin typeface="Arial"/>
                        <a:ea typeface="Malgun Gothic"/>
                      </a:endParaRPr>
                    </a:p>
                  </a:txBody>
                  <a:tcPr marL="240182" marR="76257" marT="38129" marB="3812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99.18</a:t>
                      </a:r>
                      <a:endParaRPr lang="en-US" altLang="ko-KR">
                        <a:solidFill>
                          <a:schemeClr val="bg1"/>
                        </a:solidFill>
                        <a:effectLst/>
                        <a:latin typeface="Arial"/>
                      </a:endParaRPr>
                    </a:p>
                  </a:txBody>
                  <a:tcPr marL="76257" marR="76257" marT="38129" marB="3812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99.27</a:t>
                      </a:r>
                      <a:endParaRPr lang="en-US" altLang="ko-KR">
                        <a:solidFill>
                          <a:schemeClr val="bg1"/>
                        </a:solidFill>
                        <a:effectLst/>
                        <a:latin typeface="Arial"/>
                      </a:endParaRPr>
                    </a:p>
                  </a:txBody>
                  <a:tcPr marL="76257" marR="76257" marT="38129" marB="3812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99.19</a:t>
                      </a:r>
                      <a:endParaRPr lang="en-US" altLang="ko-KR">
                        <a:solidFill>
                          <a:schemeClr val="bg1"/>
                        </a:solidFill>
                        <a:effectLst/>
                        <a:latin typeface="Arial"/>
                      </a:endParaRPr>
                    </a:p>
                  </a:txBody>
                  <a:tcPr marL="76257" marR="76257" marT="38129" marB="3812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5386318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fontAlgn="base">
                        <a:lnSpc>
                          <a:spcPts val="1425"/>
                        </a:lnSpc>
                        <a:buNone/>
                      </a:pPr>
                      <a:r>
                        <a:rPr lang="af-ZA" altLang="ko-KR" sz="1200" err="1">
                          <a:solidFill>
                            <a:schemeClr val="bg1"/>
                          </a:solidFill>
                          <a:effectLst/>
                          <a:latin typeface="Arial"/>
                          <a:ea typeface="Malgun Gothic"/>
                        </a:rPr>
                        <a:t>Process</a:t>
                      </a:r>
                      <a:r>
                        <a:rPr lang="af-ZA" altLang="ko-KR" sz="1200">
                          <a:solidFill>
                            <a:schemeClr val="bg1"/>
                          </a:solidFill>
                          <a:effectLst/>
                          <a:latin typeface="Arial"/>
                          <a:ea typeface="Malgun Gothic"/>
                        </a:rPr>
                        <a:t> CPU </a:t>
                      </a:r>
                      <a:r>
                        <a:rPr lang="af-ZA" altLang="ko-KR" sz="1200" err="1">
                          <a:solidFill>
                            <a:schemeClr val="bg1"/>
                          </a:solidFill>
                          <a:effectLst/>
                          <a:latin typeface="Arial"/>
                          <a:ea typeface="Malgun Gothic"/>
                        </a:rPr>
                        <a:t>Kernel</a:t>
                      </a:r>
                      <a:r>
                        <a:rPr lang="af-ZA" altLang="ko-KR" sz="1200">
                          <a:solidFill>
                            <a:schemeClr val="bg1"/>
                          </a:solidFill>
                          <a:effectLst/>
                          <a:latin typeface="Arial"/>
                          <a:ea typeface="Malgun Gothic"/>
                        </a:rPr>
                        <a:t> </a:t>
                      </a:r>
                      <a:r>
                        <a:rPr lang="af-ZA" altLang="ko-KR" sz="1200" err="1">
                          <a:solidFill>
                            <a:schemeClr val="bg1"/>
                          </a:solidFill>
                          <a:effectLst/>
                          <a:latin typeface="Arial"/>
                          <a:ea typeface="Malgun Gothic"/>
                        </a:rPr>
                        <a:t>Usage</a:t>
                      </a:r>
                      <a:r>
                        <a:rPr lang="af-ZA" altLang="ko-KR" sz="1200">
                          <a:solidFill>
                            <a:schemeClr val="bg1"/>
                          </a:solidFill>
                          <a:effectLst/>
                          <a:latin typeface="Arial"/>
                          <a:ea typeface="Malgun Gothic"/>
                        </a:rPr>
                        <a:t> (%)</a:t>
                      </a:r>
                      <a:endParaRPr lang="af-ZA">
                        <a:solidFill>
                          <a:schemeClr val="bg1"/>
                        </a:solidFill>
                        <a:effectLst/>
                        <a:latin typeface="Arial"/>
                        <a:ea typeface="Malgun Gothic"/>
                      </a:endParaRPr>
                    </a:p>
                  </a:txBody>
                  <a:tcPr marL="240182" marR="76257" marT="38129" marB="3812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0.20</a:t>
                      </a:r>
                      <a:endParaRPr lang="en-US" altLang="ko-KR">
                        <a:solidFill>
                          <a:schemeClr val="bg1"/>
                        </a:solidFill>
                        <a:effectLst/>
                        <a:latin typeface="Arial"/>
                      </a:endParaRPr>
                    </a:p>
                  </a:txBody>
                  <a:tcPr marL="76257" marR="76257" marT="38129" marB="3812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0.18</a:t>
                      </a:r>
                      <a:endParaRPr lang="en-US" altLang="ko-KR">
                        <a:solidFill>
                          <a:schemeClr val="bg1"/>
                        </a:solidFill>
                        <a:effectLst/>
                        <a:latin typeface="Arial"/>
                      </a:endParaRPr>
                    </a:p>
                  </a:txBody>
                  <a:tcPr marL="76257" marR="76257" marT="38129" marB="3812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0.19</a:t>
                      </a:r>
                      <a:endParaRPr lang="en-US" altLang="ko-KR">
                        <a:solidFill>
                          <a:schemeClr val="bg1"/>
                        </a:solidFill>
                        <a:effectLst/>
                        <a:latin typeface="Arial"/>
                      </a:endParaRPr>
                    </a:p>
                  </a:txBody>
                  <a:tcPr marL="76257" marR="76257" marT="38129" marB="3812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78180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base">
                        <a:lnSpc>
                          <a:spcPts val="1425"/>
                        </a:lnSpc>
                        <a:buNone/>
                      </a:pPr>
                      <a:r>
                        <a:rPr lang="af-ZA" altLang="ko-KR" sz="1200" err="1">
                          <a:solidFill>
                            <a:schemeClr val="bg1"/>
                          </a:solidFill>
                          <a:effectLst/>
                          <a:latin typeface="Arial"/>
                          <a:ea typeface="Malgun Gothic"/>
                        </a:rPr>
                        <a:t>Process</a:t>
                      </a:r>
                      <a:r>
                        <a:rPr lang="af-ZA" altLang="ko-KR" sz="1200">
                          <a:solidFill>
                            <a:schemeClr val="bg1"/>
                          </a:solidFill>
                          <a:effectLst/>
                          <a:latin typeface="Arial"/>
                          <a:ea typeface="Malgun Gothic"/>
                        </a:rPr>
                        <a:t> </a:t>
                      </a:r>
                      <a:r>
                        <a:rPr lang="af-ZA" altLang="ko-KR" sz="1200" err="1">
                          <a:solidFill>
                            <a:schemeClr val="bg1"/>
                          </a:solidFill>
                          <a:effectLst/>
                          <a:latin typeface="Arial"/>
                          <a:ea typeface="Malgun Gothic"/>
                        </a:rPr>
                        <a:t>Context</a:t>
                      </a:r>
                      <a:r>
                        <a:rPr lang="af-ZA" altLang="ko-KR" sz="1200">
                          <a:solidFill>
                            <a:schemeClr val="bg1"/>
                          </a:solidFill>
                          <a:effectLst/>
                          <a:latin typeface="Arial"/>
                          <a:ea typeface="Malgun Gothic"/>
                        </a:rPr>
                        <a:t> </a:t>
                      </a:r>
                      <a:r>
                        <a:rPr lang="af-ZA" altLang="ko-KR" sz="1200" err="1">
                          <a:solidFill>
                            <a:schemeClr val="bg1"/>
                          </a:solidFill>
                          <a:effectLst/>
                          <a:latin typeface="Arial"/>
                          <a:ea typeface="Malgun Gothic"/>
                        </a:rPr>
                        <a:t>Switches</a:t>
                      </a:r>
                      <a:r>
                        <a:rPr lang="af-ZA" altLang="ko-KR" sz="1200">
                          <a:solidFill>
                            <a:schemeClr val="bg1"/>
                          </a:solidFill>
                          <a:effectLst/>
                          <a:latin typeface="Arial"/>
                          <a:ea typeface="Malgun Gothic"/>
                        </a:rPr>
                        <a:t> ( </a:t>
                      </a:r>
                      <a:r>
                        <a:rPr lang="af-ZA" altLang="ko-KR" sz="1200" err="1">
                          <a:solidFill>
                            <a:schemeClr val="bg1"/>
                          </a:solidFill>
                          <a:effectLst/>
                          <a:latin typeface="Arial"/>
                          <a:ea typeface="Malgun Gothic"/>
                        </a:rPr>
                        <a:t>cnt</a:t>
                      </a:r>
                      <a:r>
                        <a:rPr lang="af-ZA" altLang="ko-KR" sz="1200">
                          <a:solidFill>
                            <a:schemeClr val="bg1"/>
                          </a:solidFill>
                          <a:effectLst/>
                          <a:latin typeface="Arial"/>
                          <a:ea typeface="Malgun Gothic"/>
                        </a:rPr>
                        <a:t> /sec)</a:t>
                      </a:r>
                      <a:endParaRPr lang="af-ZA">
                        <a:solidFill>
                          <a:schemeClr val="bg1"/>
                        </a:solidFill>
                        <a:effectLst/>
                        <a:latin typeface="Arial"/>
                        <a:ea typeface="Malgun Gothic"/>
                      </a:endParaRPr>
                    </a:p>
                  </a:txBody>
                  <a:tcPr marL="240182" marR="76257" marT="38129" marB="3812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2488.83</a:t>
                      </a:r>
                      <a:endParaRPr lang="en-US" altLang="ko-KR">
                        <a:solidFill>
                          <a:schemeClr val="bg1"/>
                        </a:solidFill>
                        <a:effectLst/>
                        <a:latin typeface="Arial"/>
                      </a:endParaRPr>
                    </a:p>
                  </a:txBody>
                  <a:tcPr marL="76257" marR="76257" marT="38129" marB="3812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1960.63</a:t>
                      </a:r>
                      <a:endParaRPr lang="en-US" altLang="ko-KR">
                        <a:solidFill>
                          <a:schemeClr val="bg1"/>
                        </a:solidFill>
                        <a:effectLst/>
                        <a:latin typeface="Arial"/>
                      </a:endParaRPr>
                    </a:p>
                  </a:txBody>
                  <a:tcPr marL="76257" marR="76257" marT="38129" marB="3812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1989.76</a:t>
                      </a:r>
                      <a:endParaRPr lang="en-US" altLang="ko-KR">
                        <a:solidFill>
                          <a:schemeClr val="bg1"/>
                        </a:solidFill>
                        <a:effectLst/>
                        <a:latin typeface="Arial"/>
                      </a:endParaRPr>
                    </a:p>
                  </a:txBody>
                  <a:tcPr marL="76257" marR="76257" marT="38129" marB="3812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41939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base">
                        <a:lnSpc>
                          <a:spcPts val="1425"/>
                        </a:lnSpc>
                        <a:buNone/>
                      </a:pPr>
                      <a:r>
                        <a:rPr lang="af-ZA" altLang="ko-KR" sz="1200" err="1">
                          <a:solidFill>
                            <a:schemeClr val="bg1"/>
                          </a:solidFill>
                          <a:effectLst/>
                          <a:latin typeface="Arial"/>
                          <a:ea typeface="Malgun Gothic"/>
                        </a:rPr>
                        <a:t>Interlock</a:t>
                      </a:r>
                      <a:r>
                        <a:rPr lang="af-ZA" altLang="ko-KR" sz="1200">
                          <a:solidFill>
                            <a:schemeClr val="bg1"/>
                          </a:solidFill>
                          <a:effectLst/>
                          <a:latin typeface="Arial"/>
                          <a:ea typeface="Malgun Gothic"/>
                        </a:rPr>
                        <a:t> </a:t>
                      </a:r>
                      <a:r>
                        <a:rPr lang="af-ZA" altLang="ko-KR" sz="1200" err="1">
                          <a:solidFill>
                            <a:schemeClr val="bg1"/>
                          </a:solidFill>
                          <a:effectLst/>
                          <a:latin typeface="Arial"/>
                          <a:ea typeface="Malgun Gothic"/>
                        </a:rPr>
                        <a:t>Try</a:t>
                      </a:r>
                      <a:r>
                        <a:rPr lang="af-ZA" altLang="ko-KR" sz="1200">
                          <a:solidFill>
                            <a:schemeClr val="bg1"/>
                          </a:solidFill>
                          <a:effectLst/>
                          <a:latin typeface="Arial"/>
                          <a:ea typeface="Malgun Gothic"/>
                        </a:rPr>
                        <a:t> </a:t>
                      </a:r>
                      <a:r>
                        <a:rPr lang="af-ZA" altLang="ko-KR" sz="1200" err="1">
                          <a:solidFill>
                            <a:schemeClr val="bg1"/>
                          </a:solidFill>
                          <a:effectLst/>
                          <a:latin typeface="Arial"/>
                          <a:ea typeface="Malgun Gothic"/>
                        </a:rPr>
                        <a:t>Total</a:t>
                      </a:r>
                      <a:r>
                        <a:rPr lang="af-ZA" altLang="ko-KR" sz="1200">
                          <a:solidFill>
                            <a:schemeClr val="bg1"/>
                          </a:solidFill>
                          <a:effectLst/>
                          <a:latin typeface="Arial"/>
                          <a:ea typeface="Malgun Gothic"/>
                        </a:rPr>
                        <a:t> </a:t>
                      </a:r>
                      <a:r>
                        <a:rPr lang="af-ZA" altLang="ko-KR" sz="1200" err="1">
                          <a:solidFill>
                            <a:schemeClr val="bg1"/>
                          </a:solidFill>
                          <a:effectLst/>
                          <a:latin typeface="Arial"/>
                          <a:ea typeface="Malgun Gothic"/>
                        </a:rPr>
                        <a:t>Count</a:t>
                      </a:r>
                      <a:endParaRPr lang="af-ZA" altLang="ko-KR">
                        <a:solidFill>
                          <a:schemeClr val="bg1"/>
                        </a:solidFill>
                        <a:effectLst/>
                        <a:latin typeface="Arial"/>
                        <a:ea typeface="Malgun Gothic"/>
                      </a:endParaRPr>
                    </a:p>
                  </a:txBody>
                  <a:tcPr marL="240182" marR="76257" marT="38129" marB="3812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X</a:t>
                      </a:r>
                      <a:endParaRPr lang="en-US">
                        <a:solidFill>
                          <a:schemeClr val="bg1"/>
                        </a:solidFill>
                        <a:effectLst/>
                        <a:latin typeface="Arial"/>
                      </a:endParaRPr>
                    </a:p>
                  </a:txBody>
                  <a:tcPr marL="76257" marR="76257" marT="38129" marB="3812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42,981,774,386</a:t>
                      </a:r>
                      <a:endParaRPr lang="en-US" altLang="ko-KR">
                        <a:solidFill>
                          <a:schemeClr val="bg1"/>
                        </a:solidFill>
                        <a:effectLst/>
                        <a:latin typeface="Arial"/>
                      </a:endParaRPr>
                    </a:p>
                  </a:txBody>
                  <a:tcPr marL="76257" marR="76257" marT="38129" marB="3812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17,095,861,561</a:t>
                      </a:r>
                      <a:endParaRPr lang="en-US" altLang="ko-KR">
                        <a:solidFill>
                          <a:schemeClr val="bg1"/>
                        </a:solidFill>
                        <a:effectLst/>
                        <a:latin typeface="Arial"/>
                      </a:endParaRPr>
                    </a:p>
                  </a:txBody>
                  <a:tcPr marL="76257" marR="76257" marT="38129" marB="3812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28722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base">
                        <a:lnSpc>
                          <a:spcPts val="1425"/>
                        </a:lnSpc>
                        <a:buNone/>
                      </a:pPr>
                      <a:r>
                        <a:rPr lang="af-ZA" altLang="ko-KR" sz="1200" err="1">
                          <a:solidFill>
                            <a:schemeClr val="bg1"/>
                          </a:solidFill>
                          <a:effectLst/>
                          <a:latin typeface="Arial"/>
                          <a:ea typeface="Malgun Gothic"/>
                        </a:rPr>
                        <a:t>Interlock</a:t>
                      </a:r>
                      <a:r>
                        <a:rPr lang="af-ZA" altLang="ko-KR" sz="1200">
                          <a:solidFill>
                            <a:schemeClr val="bg1"/>
                          </a:solidFill>
                          <a:effectLst/>
                          <a:latin typeface="Arial"/>
                          <a:ea typeface="Malgun Gothic"/>
                        </a:rPr>
                        <a:t> </a:t>
                      </a:r>
                      <a:r>
                        <a:rPr lang="af-ZA" altLang="ko-KR" sz="1200" err="1">
                          <a:solidFill>
                            <a:schemeClr val="bg1"/>
                          </a:solidFill>
                          <a:effectLst/>
                          <a:latin typeface="Arial"/>
                          <a:ea typeface="Malgun Gothic"/>
                        </a:rPr>
                        <a:t>Success</a:t>
                      </a:r>
                      <a:r>
                        <a:rPr lang="af-ZA" altLang="ko-KR" sz="1200">
                          <a:solidFill>
                            <a:schemeClr val="bg1"/>
                          </a:solidFill>
                          <a:effectLst/>
                          <a:latin typeface="Arial"/>
                          <a:ea typeface="Malgun Gothic"/>
                        </a:rPr>
                        <a:t> Ratio(%)</a:t>
                      </a:r>
                      <a:endParaRPr lang="af-ZA">
                        <a:solidFill>
                          <a:schemeClr val="bg1"/>
                        </a:solidFill>
                        <a:effectLst/>
                        <a:latin typeface="Arial"/>
                        <a:ea typeface="Malgun Gothic"/>
                      </a:endParaRPr>
                    </a:p>
                  </a:txBody>
                  <a:tcPr marL="240182" marR="76257" marT="38129" marB="3812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X</a:t>
                      </a:r>
                      <a:endParaRPr lang="en-US">
                        <a:solidFill>
                          <a:schemeClr val="bg1"/>
                        </a:solidFill>
                        <a:effectLst/>
                        <a:latin typeface="Arial"/>
                      </a:endParaRPr>
                    </a:p>
                  </a:txBody>
                  <a:tcPr marL="76257" marR="76257" marT="38129" marB="3812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1.18</a:t>
                      </a:r>
                      <a:endParaRPr lang="en-US" altLang="ko-KR">
                        <a:solidFill>
                          <a:schemeClr val="bg1"/>
                        </a:solidFill>
                        <a:effectLst/>
                        <a:latin typeface="Arial"/>
                      </a:endParaRPr>
                    </a:p>
                  </a:txBody>
                  <a:tcPr marL="76257" marR="76257" marT="38129" marB="3812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20.75</a:t>
                      </a:r>
                      <a:endParaRPr lang="en-US" altLang="ko-KR">
                        <a:solidFill>
                          <a:schemeClr val="bg1"/>
                        </a:solidFill>
                        <a:effectLst/>
                        <a:latin typeface="Arial"/>
                      </a:endParaRPr>
                    </a:p>
                  </a:txBody>
                  <a:tcPr marL="76257" marR="76257" marT="38129" marB="3812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81171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base">
                        <a:lnSpc>
                          <a:spcPts val="1425"/>
                        </a:lnSpc>
                        <a:buNone/>
                      </a:pPr>
                      <a:r>
                        <a:rPr lang="af-ZA" altLang="ko-KR" sz="1200" err="1">
                          <a:solidFill>
                            <a:schemeClr val="bg1"/>
                          </a:solidFill>
                          <a:effectLst/>
                          <a:latin typeface="Arial"/>
                          <a:ea typeface="Malgun Gothic"/>
                        </a:rPr>
                        <a:t>Interlock</a:t>
                      </a:r>
                      <a:r>
                        <a:rPr lang="af-ZA" altLang="ko-KR" sz="1200">
                          <a:solidFill>
                            <a:schemeClr val="bg1"/>
                          </a:solidFill>
                          <a:effectLst/>
                          <a:latin typeface="Arial"/>
                          <a:ea typeface="Malgun Gothic"/>
                        </a:rPr>
                        <a:t> </a:t>
                      </a:r>
                      <a:r>
                        <a:rPr lang="af-ZA" altLang="ko-KR" sz="1200" err="1">
                          <a:solidFill>
                            <a:schemeClr val="bg1"/>
                          </a:solidFill>
                          <a:effectLst/>
                          <a:latin typeface="Arial"/>
                          <a:ea typeface="Malgun Gothic"/>
                        </a:rPr>
                        <a:t>Failed</a:t>
                      </a:r>
                      <a:r>
                        <a:rPr lang="af-ZA" altLang="ko-KR" sz="1200">
                          <a:solidFill>
                            <a:schemeClr val="bg1"/>
                          </a:solidFill>
                          <a:effectLst/>
                          <a:latin typeface="Arial"/>
                          <a:ea typeface="Malgun Gothic"/>
                        </a:rPr>
                        <a:t> Ratio(%)</a:t>
                      </a:r>
                      <a:endParaRPr lang="af-ZA" altLang="ko-KR">
                        <a:solidFill>
                          <a:schemeClr val="bg1"/>
                        </a:solidFill>
                        <a:effectLst/>
                        <a:latin typeface="Arial"/>
                        <a:ea typeface="Malgun Gothic"/>
                      </a:endParaRPr>
                    </a:p>
                  </a:txBody>
                  <a:tcPr marL="240182" marR="76257" marT="38129" marB="3812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X</a:t>
                      </a:r>
                      <a:endParaRPr lang="en-US">
                        <a:solidFill>
                          <a:schemeClr val="bg1"/>
                        </a:solidFill>
                        <a:effectLst/>
                        <a:latin typeface="Arial"/>
                      </a:endParaRPr>
                    </a:p>
                  </a:txBody>
                  <a:tcPr marL="76257" marR="76257" marT="38129" marB="3812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98.82</a:t>
                      </a:r>
                      <a:endParaRPr lang="en-US" altLang="ko-KR">
                        <a:solidFill>
                          <a:schemeClr val="bg1"/>
                        </a:solidFill>
                        <a:effectLst/>
                        <a:latin typeface="Arial"/>
                      </a:endParaRPr>
                    </a:p>
                  </a:txBody>
                  <a:tcPr marL="76257" marR="76257" marT="38129" marB="3812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79.25</a:t>
                      </a:r>
                      <a:endParaRPr lang="en-US" altLang="ko-KR">
                        <a:solidFill>
                          <a:schemeClr val="bg1"/>
                        </a:solidFill>
                        <a:effectLst/>
                        <a:latin typeface="Arial"/>
                      </a:endParaRPr>
                    </a:p>
                  </a:txBody>
                  <a:tcPr marL="76257" marR="76257" marT="38129" marB="3812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2794891"/>
                  </a:ext>
                </a:extLst>
              </a:tr>
            </a:tbl>
          </a:graphicData>
        </a:graphic>
      </p:graphicFrame>
      <p:sp>
        <p:nvSpPr>
          <p:cNvPr id="6" name="제목 5">
            <a:extLst>
              <a:ext uri="{FF2B5EF4-FFF2-40B4-BE49-F238E27FC236}">
                <a16:creationId xmlns:a16="http://schemas.microsoft.com/office/drawing/2014/main" id="{5C731A3C-C0C1-4B03-DF8E-C9189B7ECE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384" y="1524000"/>
            <a:ext cx="10515600" cy="1489721"/>
          </a:xfrm>
        </p:spPr>
        <p:txBody>
          <a:bodyPr/>
          <a:lstStyle/>
          <a:p>
            <a:r>
              <a:rPr lang="ko-KR" altLang="en-US" dirty="0">
                <a:cs typeface="Arial"/>
              </a:rPr>
              <a:t>결과 및 분석​</a:t>
            </a:r>
            <a:br>
              <a:rPr lang="ko-KR" altLang="en-US" dirty="0">
                <a:cs typeface="Arial"/>
              </a:rPr>
            </a:br>
            <a:r>
              <a:rPr lang="ko-KR" altLang="en-US" sz="2400" dirty="0">
                <a:cs typeface="Arial"/>
              </a:rPr>
              <a:t>- 스레드 16개 비교</a:t>
            </a:r>
          </a:p>
        </p:txBody>
      </p:sp>
      <p:pic>
        <p:nvPicPr>
          <p:cNvPr id="9" name="그림 8" descr="폰트, 텍스트, 그래픽, 로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BEAE6E2-D988-6B97-C143-4877FBA5C7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29" y="-387"/>
            <a:ext cx="2410426" cy="570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776939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72A7FF-FF2E-A3B7-4CDD-9C1B272FF9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258F68-426E-7BCA-7AA0-1AF1A79DE4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500" y="1570516"/>
            <a:ext cx="4846320" cy="1272711"/>
          </a:xfrm>
        </p:spPr>
        <p:txBody>
          <a:bodyPr/>
          <a:lstStyle/>
          <a:p>
            <a:r>
              <a:rPr lang="ko-KR" altLang="en-US" sz="4400" dirty="0">
                <a:cs typeface="Arial"/>
              </a:rPr>
              <a:t>결과 및 분석​</a:t>
            </a:r>
            <a:br>
              <a:rPr lang="ko-KR" altLang="en-US" sz="4400" dirty="0">
                <a:cs typeface="Arial"/>
              </a:rPr>
            </a:br>
            <a:r>
              <a:rPr lang="ko-KR" altLang="en-US" sz="2400" dirty="0">
                <a:cs typeface="Arial"/>
              </a:rPr>
              <a:t>- 스레드 3개 비교</a:t>
            </a:r>
            <a:endParaRPr lang="ko-KR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CCCD21-81AB-463F-CE37-6752490AE86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760049" y="1949643"/>
            <a:ext cx="5871972" cy="4444637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285750" indent="-285750">
              <a:buFont typeface="Calibri,Sans-Serif" panose="020B0604020202020204" pitchFamily="34" charset="0"/>
              <a:buChar char="-"/>
            </a:pPr>
            <a:r>
              <a:rPr lang="ko-KR" sz="1800" b="0" dirty="0">
                <a:solidFill>
                  <a:schemeClr val="bg1"/>
                </a:solidFill>
                <a:latin typeface="Arial"/>
                <a:ea typeface="Malgun Gothic"/>
                <a:cs typeface="Arial"/>
              </a:rPr>
              <a:t>스레드 3개 일 때 </a:t>
            </a:r>
            <a:r>
              <a:rPr lang="ko-KR" sz="1800" b="0" dirty="0" err="1">
                <a:solidFill>
                  <a:schemeClr val="bg1"/>
                </a:solidFill>
                <a:latin typeface="Arial"/>
                <a:ea typeface="Malgun Gothic"/>
                <a:cs typeface="Arial"/>
              </a:rPr>
              <a:t>SRLock</a:t>
            </a:r>
            <a:r>
              <a:rPr lang="ko-KR" sz="1800" b="0" dirty="0">
                <a:solidFill>
                  <a:schemeClr val="bg1"/>
                </a:solidFill>
                <a:latin typeface="Arial"/>
                <a:ea typeface="Malgun Gothic"/>
                <a:cs typeface="Arial"/>
              </a:rPr>
              <a:t> &gt; </a:t>
            </a:r>
            <a:r>
              <a:rPr lang="ko-KR" sz="1800" b="0" dirty="0" err="1">
                <a:solidFill>
                  <a:schemeClr val="bg1"/>
                </a:solidFill>
                <a:latin typeface="Arial"/>
                <a:ea typeface="Malgun Gothic"/>
                <a:cs typeface="Arial"/>
              </a:rPr>
              <a:t>LockFree</a:t>
            </a:r>
            <a:r>
              <a:rPr lang="ko-KR" sz="1800" b="0" dirty="0">
                <a:solidFill>
                  <a:schemeClr val="bg1"/>
                </a:solidFill>
                <a:latin typeface="Arial"/>
                <a:ea typeface="Malgun Gothic"/>
                <a:cs typeface="Arial"/>
              </a:rPr>
              <a:t> &gt; </a:t>
            </a:r>
            <a:r>
              <a:rPr lang="ko-KR" sz="1800" b="0" dirty="0" err="1">
                <a:solidFill>
                  <a:schemeClr val="bg1"/>
                </a:solidFill>
                <a:latin typeface="Arial"/>
                <a:ea typeface="Malgun Gothic"/>
                <a:cs typeface="Arial"/>
              </a:rPr>
              <a:t>SpinLock</a:t>
            </a:r>
            <a:endParaRPr lang="ko-KR" sz="1800" b="0" dirty="0">
              <a:solidFill>
                <a:schemeClr val="bg1"/>
              </a:solidFill>
              <a:latin typeface="Arial"/>
              <a:ea typeface="Malgun Gothic"/>
              <a:cs typeface="Arial"/>
            </a:endParaRPr>
          </a:p>
          <a:p>
            <a:pPr marL="285750" indent="-285750">
              <a:buFont typeface="Calibri,Sans-Serif" panose="020B0604020202020204" pitchFamily="34" charset="0"/>
              <a:buChar char="-"/>
            </a:pPr>
            <a:endParaRPr lang="ko-KR" altLang="en-US" sz="1800" b="0">
              <a:solidFill>
                <a:schemeClr val="bg1"/>
              </a:solidFill>
              <a:latin typeface="Arial"/>
              <a:ea typeface="Malgun Gothic"/>
              <a:cs typeface="Arial"/>
            </a:endParaRPr>
          </a:p>
          <a:p>
            <a:pPr marL="285750" indent="-285750">
              <a:buFont typeface="Calibri,Sans-Serif" panose="020B0604020202020204" pitchFamily="34" charset="0"/>
              <a:buChar char="-"/>
            </a:pPr>
            <a:r>
              <a:rPr lang="ko-KR" sz="1800" b="0" dirty="0" err="1">
                <a:solidFill>
                  <a:schemeClr val="bg1"/>
                </a:solidFill>
                <a:latin typeface="Arial"/>
                <a:ea typeface="Malgun Gothic"/>
                <a:cs typeface="Arial"/>
              </a:rPr>
              <a:t>SRWLock과</a:t>
            </a:r>
            <a:r>
              <a:rPr lang="ko-KR" sz="1800" b="0" dirty="0">
                <a:solidFill>
                  <a:schemeClr val="bg1"/>
                </a:solidFill>
                <a:latin typeface="Arial"/>
                <a:ea typeface="Malgun Gothic"/>
                <a:cs typeface="Arial"/>
              </a:rPr>
              <a:t> </a:t>
            </a:r>
            <a:r>
              <a:rPr lang="ko-KR" sz="1800" b="0" dirty="0" err="1">
                <a:solidFill>
                  <a:schemeClr val="bg1"/>
                </a:solidFill>
                <a:latin typeface="Arial"/>
                <a:ea typeface="Malgun Gothic"/>
                <a:cs typeface="Arial"/>
              </a:rPr>
              <a:t>busy-wait</a:t>
            </a:r>
            <a:r>
              <a:rPr lang="ko-KR" sz="1800" b="0" dirty="0">
                <a:solidFill>
                  <a:schemeClr val="bg1"/>
                </a:solidFill>
                <a:latin typeface="Arial"/>
                <a:ea typeface="Malgun Gothic"/>
                <a:cs typeface="Arial"/>
              </a:rPr>
              <a:t> 동기화 방식의 차이 : 경합 발생 시 단위 시간당 </a:t>
            </a:r>
            <a:r>
              <a:rPr lang="en-US" altLang="ko-KR" sz="1800" b="0" dirty="0">
                <a:solidFill>
                  <a:schemeClr val="bg1"/>
                </a:solidFill>
                <a:latin typeface="Arial"/>
                <a:ea typeface="Malgun Gothic"/>
                <a:cs typeface="Arial"/>
              </a:rPr>
              <a:t>interlock</a:t>
            </a:r>
            <a:r>
              <a:rPr lang="ko-KR" sz="1800" b="0" dirty="0">
                <a:solidFill>
                  <a:schemeClr val="bg1"/>
                </a:solidFill>
                <a:latin typeface="Arial"/>
                <a:ea typeface="Malgun Gothic"/>
                <a:cs typeface="Arial"/>
              </a:rPr>
              <a:t> </a:t>
            </a:r>
            <a:r>
              <a:rPr lang="ko-KR" altLang="en-US" sz="1800" b="0" dirty="0">
                <a:solidFill>
                  <a:schemeClr val="bg1"/>
                </a:solidFill>
                <a:latin typeface="Arial"/>
                <a:ea typeface="Malgun Gothic"/>
                <a:cs typeface="Arial"/>
              </a:rPr>
              <a:t>명령어 시행</a:t>
            </a:r>
            <a:r>
              <a:rPr lang="ko-KR" sz="1800" b="0" dirty="0">
                <a:solidFill>
                  <a:schemeClr val="bg1"/>
                </a:solidFill>
                <a:latin typeface="Arial"/>
                <a:ea typeface="Malgun Gothic"/>
                <a:cs typeface="Arial"/>
              </a:rPr>
              <a:t> 횟수에 따른 부하</a:t>
            </a:r>
            <a:endParaRPr lang="ko-KR" altLang="en-US" sz="1800" b="0" dirty="0">
              <a:solidFill>
                <a:schemeClr val="bg1"/>
              </a:solidFill>
              <a:latin typeface="Arial"/>
              <a:ea typeface="Malgun Gothic"/>
              <a:cs typeface="Arial"/>
            </a:endParaRPr>
          </a:p>
          <a:p>
            <a:pPr marL="285750" indent="-285750">
              <a:buFont typeface="Calibri,Sans-Serif" panose="020B0604020202020204" pitchFamily="34" charset="0"/>
              <a:buChar char="-"/>
            </a:pPr>
            <a:endParaRPr lang="ko-KR" altLang="en-US" sz="1800" b="0">
              <a:solidFill>
                <a:schemeClr val="bg1"/>
              </a:solidFill>
              <a:latin typeface="Arial"/>
              <a:ea typeface="Malgun Gothic"/>
              <a:cs typeface="Arial"/>
            </a:endParaRPr>
          </a:p>
          <a:p>
            <a:pPr marL="285750" indent="-285750">
              <a:buFont typeface="Calibri,Sans-Serif" panose="020B0604020202020204" pitchFamily="34" charset="0"/>
              <a:buChar char="-"/>
            </a:pPr>
            <a:r>
              <a:rPr lang="ko-KR" sz="1800" b="0" dirty="0" err="1">
                <a:solidFill>
                  <a:schemeClr val="bg1"/>
                </a:solidFill>
                <a:latin typeface="Arial"/>
                <a:ea typeface="Malgun Gothic"/>
                <a:cs typeface="Arial"/>
              </a:rPr>
              <a:t>SpinLock</a:t>
            </a:r>
            <a:r>
              <a:rPr lang="ko-KR" sz="1800" b="0" dirty="0">
                <a:solidFill>
                  <a:schemeClr val="bg1"/>
                </a:solidFill>
                <a:latin typeface="Arial"/>
                <a:ea typeface="Malgun Gothic"/>
                <a:cs typeface="Arial"/>
              </a:rPr>
              <a:t> </a:t>
            </a:r>
            <a:r>
              <a:rPr lang="ko-KR" sz="1800" b="0" dirty="0" err="1">
                <a:solidFill>
                  <a:schemeClr val="bg1"/>
                </a:solidFill>
                <a:latin typeface="Arial"/>
                <a:ea typeface="Malgun Gothic"/>
                <a:cs typeface="Arial"/>
              </a:rPr>
              <a:t>vs</a:t>
            </a:r>
            <a:r>
              <a:rPr lang="ko-KR" sz="1800" b="0" dirty="0">
                <a:solidFill>
                  <a:schemeClr val="bg1"/>
                </a:solidFill>
                <a:latin typeface="Arial"/>
                <a:ea typeface="Malgun Gothic"/>
                <a:cs typeface="Arial"/>
              </a:rPr>
              <a:t> </a:t>
            </a:r>
            <a:r>
              <a:rPr lang="ko-KR" sz="1800" b="0" dirty="0" err="1">
                <a:solidFill>
                  <a:schemeClr val="bg1"/>
                </a:solidFill>
                <a:latin typeface="Arial"/>
                <a:ea typeface="Malgun Gothic"/>
                <a:cs typeface="Arial"/>
              </a:rPr>
              <a:t>LockFree</a:t>
            </a:r>
            <a:r>
              <a:rPr lang="ko-KR" sz="1800" b="0" dirty="0">
                <a:solidFill>
                  <a:schemeClr val="bg1"/>
                </a:solidFill>
                <a:latin typeface="Arial"/>
                <a:ea typeface="Malgun Gothic"/>
                <a:cs typeface="Arial"/>
              </a:rPr>
              <a:t> 차이 : 노드 생성 및 초기화 병렬 처리, </a:t>
            </a:r>
            <a:r>
              <a:rPr lang="ko-KR" sz="1800" b="0" dirty="0" err="1">
                <a:solidFill>
                  <a:schemeClr val="bg1"/>
                </a:solidFill>
                <a:latin typeface="Arial"/>
                <a:ea typeface="Malgun Gothic"/>
                <a:cs typeface="Arial"/>
              </a:rPr>
              <a:t>interlock</a:t>
            </a:r>
            <a:r>
              <a:rPr lang="ko-KR" sz="1800" b="0" dirty="0">
                <a:solidFill>
                  <a:schemeClr val="bg1"/>
                </a:solidFill>
                <a:latin typeface="Arial"/>
                <a:ea typeface="Malgun Gothic"/>
                <a:cs typeface="Arial"/>
              </a:rPr>
              <a:t> 명령어 부하 차이, </a:t>
            </a:r>
            <a:r>
              <a:rPr lang="ko-KR" sz="1800" b="0" dirty="0" err="1">
                <a:solidFill>
                  <a:schemeClr val="bg1"/>
                </a:solidFill>
                <a:latin typeface="Arial"/>
                <a:ea typeface="Malgun Gothic"/>
                <a:cs typeface="Arial"/>
              </a:rPr>
              <a:t>interlock</a:t>
            </a:r>
            <a:r>
              <a:rPr lang="ko-KR" sz="1800" b="0" dirty="0">
                <a:solidFill>
                  <a:schemeClr val="bg1"/>
                </a:solidFill>
                <a:latin typeface="Arial"/>
                <a:ea typeface="Malgun Gothic"/>
                <a:cs typeface="Arial"/>
              </a:rPr>
              <a:t> 명령어 시행 횟수 차이</a:t>
            </a:r>
            <a:endParaRPr lang="ko-KR" dirty="0">
              <a:solidFill>
                <a:schemeClr val="bg1"/>
              </a:solidFill>
              <a:latin typeface="Arial"/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A3BF25D-2EFB-0DA5-F6CE-049DAD362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smtClean="0"/>
              <a:pPr/>
              <a:t>35</a:t>
            </a:fld>
            <a:endParaRPr lang="en-US"/>
          </a:p>
        </p:txBody>
      </p:sp>
      <p:pic>
        <p:nvPicPr>
          <p:cNvPr id="5" name="그림 4" descr="폰트, 텍스트, 그래픽, 로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B693573-3E91-68F3-1F37-A35CAC311B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29" y="-387"/>
            <a:ext cx="2410426" cy="570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25902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AE8879-8EC3-A581-E213-86CC20C855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1F6625-0027-914C-41CA-373757747F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500" y="1570516"/>
            <a:ext cx="4846320" cy="1272711"/>
          </a:xfrm>
        </p:spPr>
        <p:txBody>
          <a:bodyPr/>
          <a:lstStyle/>
          <a:p>
            <a:r>
              <a:rPr lang="ko-KR" altLang="en-US" sz="4400" dirty="0">
                <a:cs typeface="Arial"/>
              </a:rPr>
              <a:t>결과 및 분석​</a:t>
            </a:r>
            <a:br>
              <a:rPr lang="ko-KR" altLang="en-US" sz="4400" dirty="0">
                <a:cs typeface="Arial"/>
              </a:rPr>
            </a:br>
            <a:r>
              <a:rPr lang="ko-KR" altLang="en-US" sz="2400" dirty="0">
                <a:cs typeface="Arial"/>
              </a:rPr>
              <a:t>- 스레드 3개 비교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FAA47A5-2752-491B-BFBB-11B6D792A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smtClean="0"/>
              <a:pPr/>
              <a:t>36</a:t>
            </a:fld>
            <a:endParaRPr lang="en-US"/>
          </a:p>
        </p:txBody>
      </p:sp>
      <p:pic>
        <p:nvPicPr>
          <p:cNvPr id="4" name="그림 3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0BDEEB3-B58D-4F37-62A5-82DEFF4216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7183" y="83820"/>
            <a:ext cx="4714875" cy="2362200"/>
          </a:xfrm>
          <a:prstGeom prst="rect">
            <a:avLst/>
          </a:prstGeom>
        </p:spPr>
      </p:pic>
      <p:pic>
        <p:nvPicPr>
          <p:cNvPr id="5" name="그림 4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2550969-197C-6D05-F61A-1C6DABD71C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6068" y="4193858"/>
            <a:ext cx="5229225" cy="2600325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8A340F1F-E17B-0305-C832-839613419CA0}"/>
              </a:ext>
            </a:extLst>
          </p:cNvPr>
          <p:cNvSpPr txBox="1">
            <a:spLocks/>
          </p:cNvSpPr>
          <p:nvPr/>
        </p:nvSpPr>
        <p:spPr>
          <a:xfrm>
            <a:off x="184500" y="2789716"/>
            <a:ext cx="3741420" cy="375683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000" kern="1200" cap="all" baseline="0">
                <a:solidFill>
                  <a:schemeClr val="accent4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indent="-285750">
              <a:buFont typeface="Calibri"/>
              <a:buChar char="-"/>
            </a:pPr>
            <a:r>
              <a:rPr lang="ko-KR" altLang="en-US" sz="1800" err="1">
                <a:cs typeface="Arial"/>
              </a:rPr>
              <a:t>Srwlock의</a:t>
            </a:r>
            <a:r>
              <a:rPr lang="ko-KR" altLang="en-US" sz="1800">
                <a:cs typeface="Arial"/>
              </a:rPr>
              <a:t> 어셈블리임.</a:t>
            </a:r>
          </a:p>
          <a:p>
            <a:pPr marL="285750" indent="-285750">
              <a:buFont typeface="Calibri"/>
              <a:buChar char="-"/>
            </a:pPr>
            <a:endParaRPr lang="ko-KR" altLang="en-US" sz="1800">
              <a:cs typeface="Arial"/>
            </a:endParaRPr>
          </a:p>
          <a:p>
            <a:pPr marL="285750" indent="-285750">
              <a:buFont typeface="Calibri"/>
              <a:buChar char="-"/>
            </a:pPr>
            <a:r>
              <a:rPr lang="ko-KR" altLang="en-US" sz="1800">
                <a:cs typeface="Arial"/>
              </a:rPr>
              <a:t>처음에는 </a:t>
            </a:r>
            <a:r>
              <a:rPr lang="ko-KR" altLang="en-US" sz="1800" err="1">
                <a:cs typeface="Arial"/>
              </a:rPr>
              <a:t>lock</a:t>
            </a:r>
            <a:r>
              <a:rPr lang="ko-KR" altLang="en-US" sz="1800">
                <a:cs typeface="Arial"/>
              </a:rPr>
              <a:t> 명령어로 소유권 확보를 시도함</a:t>
            </a:r>
          </a:p>
          <a:p>
            <a:pPr marL="285750" indent="-285750">
              <a:buFont typeface="Calibri"/>
              <a:buChar char="-"/>
            </a:pPr>
            <a:endParaRPr lang="ko-KR" altLang="en-US" sz="1800">
              <a:cs typeface="Arial"/>
            </a:endParaRPr>
          </a:p>
          <a:p>
            <a:pPr marL="285750" indent="-285750">
              <a:buFont typeface="Calibri"/>
              <a:buChar char="-"/>
            </a:pPr>
            <a:r>
              <a:rPr lang="ko-KR" altLang="en-US" sz="1800">
                <a:cs typeface="Arial"/>
              </a:rPr>
              <a:t>실패 하면 어떤 로직을 처리하다가 </a:t>
            </a:r>
            <a:r>
              <a:rPr lang="ko-KR" altLang="en-US" sz="1800" err="1">
                <a:cs typeface="Arial"/>
              </a:rPr>
              <a:t>backoff</a:t>
            </a:r>
            <a:r>
              <a:rPr lang="ko-KR" altLang="en-US" sz="1800">
                <a:cs typeface="Arial"/>
              </a:rPr>
              <a:t> 함수를 호출함.</a:t>
            </a:r>
          </a:p>
          <a:p>
            <a:pPr marL="285750" indent="-285750">
              <a:buFont typeface="Calibri"/>
              <a:buChar char="-"/>
            </a:pPr>
            <a:endParaRPr lang="ko-KR" altLang="en-US" sz="1800">
              <a:cs typeface="Arial"/>
            </a:endParaRPr>
          </a:p>
          <a:p>
            <a:pPr marL="285750" indent="-285750">
              <a:buFont typeface="Calibri"/>
              <a:buChar char="-"/>
            </a:pPr>
            <a:r>
              <a:rPr lang="ko-KR" altLang="en-US" sz="1800">
                <a:cs typeface="Arial"/>
              </a:rPr>
              <a:t>여기 내부에서 그냥 아무런 의미 없이 </a:t>
            </a:r>
            <a:r>
              <a:rPr lang="ko-KR" altLang="en-US" sz="1800" err="1">
                <a:cs typeface="Arial"/>
              </a:rPr>
              <a:t>spin을</a:t>
            </a:r>
            <a:r>
              <a:rPr lang="ko-KR" altLang="en-US" sz="1800">
                <a:cs typeface="Arial"/>
              </a:rPr>
              <a:t> 돌다가 나와서 </a:t>
            </a:r>
            <a:r>
              <a:rPr lang="ko-KR" altLang="en-US" sz="1800" err="1">
                <a:cs typeface="Arial"/>
              </a:rPr>
              <a:t>lock</a:t>
            </a:r>
            <a:r>
              <a:rPr lang="ko-KR" altLang="en-US" sz="1800">
                <a:cs typeface="Arial"/>
              </a:rPr>
              <a:t> </a:t>
            </a:r>
            <a:r>
              <a:rPr lang="ko-KR" altLang="en-US" sz="1800" err="1">
                <a:cs typeface="Arial"/>
              </a:rPr>
              <a:t>cmpxchg로</a:t>
            </a:r>
            <a:r>
              <a:rPr lang="ko-KR" altLang="en-US" sz="1800">
                <a:cs typeface="Arial"/>
              </a:rPr>
              <a:t> 소유권 확보를 시도함.</a:t>
            </a:r>
          </a:p>
        </p:txBody>
      </p:sp>
      <p:pic>
        <p:nvPicPr>
          <p:cNvPr id="9" name="그림 8" descr="텍스트, 메뉴, 스크린샷, 문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41C3576-6D94-2E86-26B7-FB3D29F421B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7556" b="-331"/>
          <a:stretch>
            <a:fillRect/>
          </a:stretch>
        </p:blipFill>
        <p:spPr>
          <a:xfrm>
            <a:off x="6634162" y="1877378"/>
            <a:ext cx="5288430" cy="2310772"/>
          </a:xfrm>
          <a:prstGeom prst="rect">
            <a:avLst/>
          </a:prstGeom>
        </p:spPr>
      </p:pic>
      <p:pic>
        <p:nvPicPr>
          <p:cNvPr id="11" name="그림 10" descr="폰트, 텍스트, 그래픽, 로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71215A9-9305-12BE-9135-323A217A0E2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429" y="-387"/>
            <a:ext cx="2410426" cy="570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135732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147215-1304-96EC-20FE-1D5C569771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D8448-1C13-5EB0-BE3E-EB03F1B0C3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500" y="1570516"/>
            <a:ext cx="4846320" cy="994684"/>
          </a:xfrm>
        </p:spPr>
        <p:txBody>
          <a:bodyPr/>
          <a:lstStyle/>
          <a:p>
            <a:r>
              <a:rPr lang="ko-KR" altLang="en-US" sz="4400" dirty="0">
                <a:cs typeface="Arial"/>
              </a:rPr>
              <a:t>결과 및 분석</a:t>
            </a:r>
            <a:br>
              <a:rPr lang="ko-KR" altLang="en-US" sz="4400" dirty="0">
                <a:cs typeface="Arial"/>
              </a:rPr>
            </a:br>
            <a:r>
              <a:rPr lang="ko-KR" altLang="en-US" sz="2400" dirty="0">
                <a:cs typeface="Arial"/>
              </a:rPr>
              <a:t>- 스레드 16개 비교</a:t>
            </a:r>
            <a:endParaRPr lang="ko-KR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E76401-2157-7973-8556-EE48D00D81B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760049" y="1949643"/>
            <a:ext cx="5871972" cy="4587626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285750" indent="-285750">
              <a:buFont typeface="Calibri,Sans-Serif" panose="020B0604020202020204" pitchFamily="34" charset="0"/>
              <a:buChar char="-"/>
            </a:pPr>
            <a:r>
              <a:rPr lang="ko-KR" sz="1800" b="0" dirty="0">
                <a:solidFill>
                  <a:schemeClr val="bg1"/>
                </a:solidFill>
                <a:latin typeface="Arial"/>
                <a:ea typeface="Malgun Gothic"/>
                <a:cs typeface="Arial"/>
              </a:rPr>
              <a:t>스레드 </a:t>
            </a:r>
            <a:r>
              <a:rPr lang="en-US" altLang="ko-KR" sz="1800" b="0" dirty="0">
                <a:solidFill>
                  <a:schemeClr val="bg1"/>
                </a:solidFill>
                <a:latin typeface="Arial"/>
                <a:ea typeface="Malgun Gothic"/>
                <a:cs typeface="Arial"/>
              </a:rPr>
              <a:t>16</a:t>
            </a:r>
            <a:r>
              <a:rPr lang="ko-KR" sz="1800" b="0" dirty="0">
                <a:solidFill>
                  <a:schemeClr val="bg1"/>
                </a:solidFill>
                <a:latin typeface="Arial"/>
                <a:ea typeface="Malgun Gothic"/>
                <a:cs typeface="Arial"/>
              </a:rPr>
              <a:t>개 일 때 </a:t>
            </a:r>
            <a:r>
              <a:rPr lang="ko-KR" sz="1800" b="0" dirty="0" err="1">
                <a:solidFill>
                  <a:schemeClr val="bg1"/>
                </a:solidFill>
                <a:latin typeface="Arial"/>
                <a:ea typeface="Malgun Gothic"/>
                <a:cs typeface="Arial"/>
              </a:rPr>
              <a:t>SRLock</a:t>
            </a:r>
            <a:r>
              <a:rPr lang="ko-KR" sz="1800" b="0" dirty="0">
                <a:solidFill>
                  <a:schemeClr val="bg1"/>
                </a:solidFill>
                <a:latin typeface="Arial"/>
                <a:ea typeface="Malgun Gothic"/>
                <a:cs typeface="Arial"/>
              </a:rPr>
              <a:t> &gt; </a:t>
            </a:r>
            <a:r>
              <a:rPr lang="ko-KR" sz="1800" b="0" dirty="0" err="1">
                <a:solidFill>
                  <a:schemeClr val="bg1"/>
                </a:solidFill>
                <a:latin typeface="Arial"/>
                <a:ea typeface="Malgun Gothic"/>
                <a:cs typeface="Arial"/>
              </a:rPr>
              <a:t>LockFree</a:t>
            </a:r>
            <a:r>
              <a:rPr lang="ko-KR" sz="1800" b="0" dirty="0">
                <a:solidFill>
                  <a:schemeClr val="bg1"/>
                </a:solidFill>
                <a:latin typeface="Arial"/>
                <a:ea typeface="Malgun Gothic"/>
                <a:cs typeface="Arial"/>
              </a:rPr>
              <a:t> &gt; </a:t>
            </a:r>
            <a:r>
              <a:rPr lang="ko-KR" sz="1800" b="0" dirty="0" err="1">
                <a:solidFill>
                  <a:schemeClr val="bg1"/>
                </a:solidFill>
                <a:latin typeface="Arial"/>
                <a:ea typeface="Malgun Gothic"/>
                <a:cs typeface="Arial"/>
              </a:rPr>
              <a:t>SpinLock</a:t>
            </a:r>
            <a:endParaRPr lang="ko-KR" sz="1800" b="0" dirty="0">
              <a:solidFill>
                <a:schemeClr val="bg1"/>
              </a:solidFill>
              <a:latin typeface="Arial"/>
              <a:ea typeface="Malgun Gothic"/>
              <a:cs typeface="Arial"/>
            </a:endParaRPr>
          </a:p>
          <a:p>
            <a:pPr marL="285750" indent="-285750">
              <a:buFont typeface="Calibri,Sans-Serif" panose="020B0604020202020204" pitchFamily="34" charset="0"/>
              <a:buChar char="-"/>
            </a:pPr>
            <a:endParaRPr lang="ko-KR" altLang="en-US" sz="1800" b="0">
              <a:solidFill>
                <a:schemeClr val="bg1"/>
              </a:solidFill>
              <a:latin typeface="Arial"/>
              <a:ea typeface="Malgun Gothic"/>
              <a:cs typeface="Arial"/>
            </a:endParaRPr>
          </a:p>
          <a:p>
            <a:pPr marL="285750" indent="-285750">
              <a:buFont typeface="Calibri,Sans-Serif" panose="020B0604020202020204" pitchFamily="34" charset="0"/>
              <a:buChar char="-"/>
            </a:pPr>
            <a:r>
              <a:rPr lang="ko-KR" sz="1800" b="0" dirty="0" err="1">
                <a:solidFill>
                  <a:schemeClr val="bg1"/>
                </a:solidFill>
                <a:latin typeface="Arial"/>
                <a:ea typeface="Malgun Gothic"/>
                <a:cs typeface="Arial"/>
              </a:rPr>
              <a:t>SRWLock과</a:t>
            </a:r>
            <a:r>
              <a:rPr lang="ko-KR" sz="1800" b="0" dirty="0">
                <a:solidFill>
                  <a:schemeClr val="bg1"/>
                </a:solidFill>
                <a:latin typeface="Arial"/>
                <a:ea typeface="Malgun Gothic"/>
                <a:cs typeface="Arial"/>
              </a:rPr>
              <a:t> </a:t>
            </a:r>
            <a:r>
              <a:rPr lang="ko-KR" sz="1800" b="0" dirty="0" err="1">
                <a:solidFill>
                  <a:schemeClr val="bg1"/>
                </a:solidFill>
                <a:latin typeface="Arial"/>
                <a:ea typeface="Malgun Gothic"/>
                <a:cs typeface="Arial"/>
              </a:rPr>
              <a:t>busy-wait</a:t>
            </a:r>
            <a:r>
              <a:rPr lang="ko-KR" sz="1800" b="0" dirty="0">
                <a:solidFill>
                  <a:schemeClr val="bg1"/>
                </a:solidFill>
                <a:latin typeface="Arial"/>
                <a:ea typeface="Malgun Gothic"/>
                <a:cs typeface="Arial"/>
              </a:rPr>
              <a:t> 동기화 방식의 차이 : 경합 발생 시 단위 시간당 </a:t>
            </a:r>
            <a:r>
              <a:rPr lang="ko-KR" sz="1800" b="0" dirty="0" err="1">
                <a:solidFill>
                  <a:schemeClr val="bg1"/>
                </a:solidFill>
                <a:latin typeface="Arial"/>
                <a:ea typeface="Malgun Gothic"/>
                <a:cs typeface="Arial"/>
              </a:rPr>
              <a:t>lock</a:t>
            </a:r>
            <a:r>
              <a:rPr lang="ko-KR" sz="1800" b="0" dirty="0">
                <a:solidFill>
                  <a:schemeClr val="bg1"/>
                </a:solidFill>
                <a:latin typeface="Arial"/>
                <a:ea typeface="Malgun Gothic"/>
                <a:cs typeface="Arial"/>
              </a:rPr>
              <a:t> 시행 횟수에 따른 명령어 부하</a:t>
            </a:r>
          </a:p>
          <a:p>
            <a:pPr marL="285750" indent="-285750">
              <a:buFont typeface="Calibri,Sans-Serif" panose="020B0604020202020204" pitchFamily="34" charset="0"/>
              <a:buChar char="-"/>
            </a:pPr>
            <a:endParaRPr lang="ko-KR" altLang="en-US" sz="1800" b="0">
              <a:solidFill>
                <a:schemeClr val="bg1"/>
              </a:solidFill>
              <a:latin typeface="Arial"/>
              <a:ea typeface="Malgun Gothic"/>
              <a:cs typeface="Arial"/>
            </a:endParaRPr>
          </a:p>
          <a:p>
            <a:pPr marL="285750" indent="-285750">
              <a:buFont typeface="Calibri,Sans-Serif" panose="020B0604020202020204" pitchFamily="34" charset="0"/>
              <a:buChar char="-"/>
            </a:pPr>
            <a:r>
              <a:rPr lang="ko-KR" sz="1800" b="0" dirty="0" err="1">
                <a:solidFill>
                  <a:schemeClr val="bg1"/>
                </a:solidFill>
                <a:latin typeface="Arial"/>
                <a:ea typeface="Malgun Gothic"/>
                <a:cs typeface="Arial"/>
              </a:rPr>
              <a:t>SpinLock</a:t>
            </a:r>
            <a:r>
              <a:rPr lang="ko-KR" sz="1800" b="0" dirty="0">
                <a:solidFill>
                  <a:schemeClr val="bg1"/>
                </a:solidFill>
                <a:latin typeface="Arial"/>
                <a:ea typeface="Malgun Gothic"/>
                <a:cs typeface="Arial"/>
              </a:rPr>
              <a:t> </a:t>
            </a:r>
            <a:r>
              <a:rPr lang="ko-KR" sz="1800" b="0" dirty="0" err="1">
                <a:solidFill>
                  <a:schemeClr val="bg1"/>
                </a:solidFill>
                <a:latin typeface="Arial"/>
                <a:ea typeface="Malgun Gothic"/>
                <a:cs typeface="Arial"/>
              </a:rPr>
              <a:t>vs</a:t>
            </a:r>
            <a:r>
              <a:rPr lang="ko-KR" sz="1800" b="0" dirty="0">
                <a:solidFill>
                  <a:schemeClr val="bg1"/>
                </a:solidFill>
                <a:latin typeface="Arial"/>
                <a:ea typeface="Malgun Gothic"/>
                <a:cs typeface="Arial"/>
              </a:rPr>
              <a:t> </a:t>
            </a:r>
            <a:r>
              <a:rPr lang="ko-KR" sz="1800" b="0" dirty="0" err="1">
                <a:solidFill>
                  <a:schemeClr val="bg1"/>
                </a:solidFill>
                <a:latin typeface="Arial"/>
                <a:ea typeface="Malgun Gothic"/>
                <a:cs typeface="Arial"/>
              </a:rPr>
              <a:t>LockFree</a:t>
            </a:r>
            <a:r>
              <a:rPr lang="ko-KR" sz="1800" b="0" dirty="0">
                <a:solidFill>
                  <a:schemeClr val="bg1"/>
                </a:solidFill>
                <a:latin typeface="Arial"/>
                <a:ea typeface="Malgun Gothic"/>
                <a:cs typeface="Arial"/>
              </a:rPr>
              <a:t> 차이 : 노드 생성 및 초기화 병렬 처리, </a:t>
            </a:r>
            <a:r>
              <a:rPr lang="ko-KR" sz="1800" b="0" dirty="0" err="1">
                <a:solidFill>
                  <a:schemeClr val="bg1"/>
                </a:solidFill>
                <a:latin typeface="Arial"/>
                <a:ea typeface="Malgun Gothic"/>
                <a:cs typeface="Arial"/>
              </a:rPr>
              <a:t>interlock</a:t>
            </a:r>
            <a:r>
              <a:rPr lang="ko-KR" sz="1800" b="0" dirty="0">
                <a:solidFill>
                  <a:schemeClr val="bg1"/>
                </a:solidFill>
                <a:latin typeface="Arial"/>
                <a:ea typeface="Malgun Gothic"/>
                <a:cs typeface="Arial"/>
              </a:rPr>
              <a:t> 명령어 부하 차이, </a:t>
            </a:r>
            <a:r>
              <a:rPr lang="ko-KR" sz="1800" b="0" dirty="0" err="1">
                <a:solidFill>
                  <a:schemeClr val="bg1"/>
                </a:solidFill>
                <a:latin typeface="Arial"/>
                <a:ea typeface="Malgun Gothic"/>
                <a:cs typeface="Arial"/>
              </a:rPr>
              <a:t>interlock</a:t>
            </a:r>
            <a:r>
              <a:rPr lang="ko-KR" sz="1800" b="0" dirty="0">
                <a:solidFill>
                  <a:schemeClr val="bg1"/>
                </a:solidFill>
                <a:latin typeface="Arial"/>
                <a:ea typeface="Malgun Gothic"/>
                <a:cs typeface="Arial"/>
              </a:rPr>
              <a:t> 명령어 시행 횟수 차이</a:t>
            </a:r>
            <a:r>
              <a:rPr lang="en-US" altLang="ko-KR" sz="1800" b="0" dirty="0">
                <a:solidFill>
                  <a:schemeClr val="bg1"/>
                </a:solidFill>
                <a:latin typeface="Arial"/>
                <a:ea typeface="Malgun Gothic"/>
                <a:cs typeface="Arial"/>
              </a:rPr>
              <a:t>,</a:t>
            </a:r>
            <a:r>
              <a:rPr lang="ko-KR" sz="1800" b="0" dirty="0">
                <a:solidFill>
                  <a:schemeClr val="bg1"/>
                </a:solidFill>
                <a:latin typeface="Arial"/>
                <a:ea typeface="Malgun Gothic"/>
                <a:cs typeface="Arial"/>
              </a:rPr>
              <a:t> </a:t>
            </a:r>
            <a:r>
              <a:rPr lang="en-US" altLang="ko-KR" sz="1800" b="0" dirty="0">
                <a:solidFill>
                  <a:schemeClr val="bg1"/>
                </a:solidFill>
                <a:latin typeface="Arial"/>
                <a:ea typeface="Malgun Gothic"/>
                <a:cs typeface="Arial"/>
              </a:rPr>
              <a:t>interlock</a:t>
            </a:r>
            <a:r>
              <a:rPr lang="ko-KR" sz="1800" b="0" dirty="0">
                <a:solidFill>
                  <a:schemeClr val="bg1"/>
                </a:solidFill>
                <a:latin typeface="Arial"/>
                <a:ea typeface="Malgun Gothic"/>
                <a:cs typeface="Arial"/>
              </a:rPr>
              <a:t> 병목 차이</a:t>
            </a:r>
            <a:endParaRPr lang="ko-KR" altLang="en-US" sz="1800" b="0" dirty="0">
              <a:solidFill>
                <a:schemeClr val="bg1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0CEBA5E-5423-69E1-C7D3-357E3BD348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smtClean="0"/>
              <a:pPr/>
              <a:t>37</a:t>
            </a:fld>
            <a:endParaRPr lang="en-US"/>
          </a:p>
        </p:txBody>
      </p:sp>
      <p:pic>
        <p:nvPicPr>
          <p:cNvPr id="5" name="그림 4" descr="폰트, 텍스트, 그래픽, 로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D465C23-9871-4F49-4311-0496174A61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29" y="-387"/>
            <a:ext cx="2410426" cy="570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594771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464AE1-C6FD-2EFB-79A7-7C9A6C853E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34027" y="2916140"/>
            <a:ext cx="6675120" cy="1702816"/>
          </a:xfrm>
        </p:spPr>
        <p:txBody>
          <a:bodyPr/>
          <a:lstStyle/>
          <a:p>
            <a:r>
              <a:rPr lang="ko-KR" altLang="en-US">
                <a:cs typeface="Arial"/>
              </a:rPr>
              <a:t>감사합니다</a:t>
            </a:r>
            <a:endParaRPr lang="en-US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62363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0">
      <a:dk1>
        <a:srgbClr val="000000"/>
      </a:dk1>
      <a:lt1>
        <a:srgbClr val="FFFFFF"/>
      </a:lt1>
      <a:dk2>
        <a:srgbClr val="3B4546"/>
      </a:dk2>
      <a:lt2>
        <a:srgbClr val="E7E6E6"/>
      </a:lt2>
      <a:accent1>
        <a:srgbClr val="753F2C"/>
      </a:accent1>
      <a:accent2>
        <a:srgbClr val="637376"/>
      </a:accent2>
      <a:accent3>
        <a:srgbClr val="BE937E"/>
      </a:accent3>
      <a:accent4>
        <a:srgbClr val="576853"/>
      </a:accent4>
      <a:accent5>
        <a:srgbClr val="EDE9E6"/>
      </a:accent5>
      <a:accent6>
        <a:srgbClr val="D0CDC5"/>
      </a:accent6>
      <a:hlink>
        <a:srgbClr val="4F4F4F"/>
      </a:hlink>
      <a:folHlink>
        <a:srgbClr val="BE937E"/>
      </a:folHlink>
    </a:clrScheme>
    <a:fontScheme name="Custom 13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oject_Status_Report_Win32_jx_v12" id="{5D6FBA16-B4D1-4307-B1D7-61285FA0D9C0}" vid="{1DA9E459-46CB-4408-AA4C-63950E2E548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4" ma:contentTypeDescription="Create a new document." ma:contentTypeScope="" ma:versionID="2d714a3296df14eba7a100bb665443ca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49549bf45bfbbfb6cffed527380e77e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5B4CAA5-BE7A-46AB-97ED-63B24C46A3A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11F98F7-6576-47F1-AD63-56E26C339747}">
  <ds:schemaRefs>
    <ds:schemaRef ds:uri="230e9df3-be65-4c73-a93b-d1236ebd677e"/>
    <ds:schemaRef ds:uri="71af3243-3dd4-4a8d-8c0d-dd76da1f02a5"/>
    <ds:schemaRef ds:uri="http://schemas.microsoft.com/office/2006/metadata/properties"/>
    <ds:schemaRef ds:uri="http://schemas.microsoft.com/office/infopath/2007/PartnerControls"/>
    <ds:schemaRef ds:uri="http://schemas.microsoft.com/sharepoint/v3"/>
  </ds:schemaRefs>
</ds:datastoreItem>
</file>

<file path=customXml/itemProps3.xml><?xml version="1.0" encoding="utf-8"?>
<ds:datastoreItem xmlns:ds="http://schemas.openxmlformats.org/officeDocument/2006/customXml" ds:itemID="{5783CE7D-BFC6-4030-A335-E7F88DB66414}">
  <ds:schemaRefs>
    <ds:schemaRef ds:uri="16c05727-aa75-4e4a-9b5f-8a80a1165891"/>
    <ds:schemaRef ds:uri="230e9df3-be65-4c73-a93b-d1236ebd677e"/>
    <ds:schemaRef ds:uri="71af3243-3dd4-4a8d-8c0d-dd76da1f02a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와이드스크린</PresentationFormat>
  <Slides>38</Slides>
  <Notes>35</Notes>
  <HiddenSlides>0</HiddenSlide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38</vt:i4>
      </vt:variant>
    </vt:vector>
  </HeadingPairs>
  <TitlesOfParts>
    <vt:vector size="39" baseType="lpstr">
      <vt:lpstr>Office Theme</vt:lpstr>
      <vt:lpstr>포트폴리오</vt:lpstr>
      <vt:lpstr>목차 </vt:lpstr>
      <vt:lpstr>프로젝트 개요</vt:lpstr>
      <vt:lpstr>Networklibrary 구조​ </vt:lpstr>
      <vt:lpstr>네트워크 라이브러리 스레드 모델 </vt:lpstr>
      <vt:lpstr>SESSION ​ 관리 코드1</vt:lpstr>
      <vt:lpstr>SESSION  관리 코드2 </vt:lpstr>
      <vt:lpstr>SESSION  관리 코드3</vt:lpstr>
      <vt:lpstr>Iocp 통한 io 처리</vt:lpstr>
      <vt:lpstr>Gamelibrary 구조 </vt:lpstr>
      <vt:lpstr>게임 라이브러리  스레드 모델</vt:lpstr>
      <vt:lpstr>그룹 클래스 </vt:lpstr>
      <vt:lpstr>그룹 처리 코드1</vt:lpstr>
      <vt:lpstr>그룹 처리 코드2 </vt:lpstr>
      <vt:lpstr>서버 모듈 구성</vt:lpstr>
      <vt:lpstr>서버 전체 구조</vt:lpstr>
      <vt:lpstr>채팅 서버   인증 처리1</vt:lpstr>
      <vt:lpstr>채팅 서버   인증 처리2</vt:lpstr>
      <vt:lpstr>​로그인 서버  로그인 처리</vt:lpstr>
      <vt:lpstr>​게임 서버  컨텐츠 처리</vt:lpstr>
      <vt:lpstr>안정성 검증</vt:lpstr>
      <vt:lpstr>프로젝트 개요</vt:lpstr>
      <vt:lpstr>주요 이슈</vt:lpstr>
      <vt:lpstr>ABA 원인 및 해결방법 </vt:lpstr>
      <vt:lpstr>PAGE DECOMMIT  원인 및 해결방법</vt:lpstr>
      <vt:lpstr>2ND CAS FAIL  원인 및 해결방법</vt:lpstr>
      <vt:lpstr>ORDER REVERSAL 원인 및 해결방법</vt:lpstr>
      <vt:lpstr>SHARED POOL​ 원인 및 해결방법</vt:lpstr>
      <vt:lpstr>성능 비교</vt:lpstr>
      <vt:lpstr>테스트 환경 및 목적  - 목적 : 스레드 수 변화에 따라 Spinlock, srwlock, lockfree 성능 비교  - 방법 : 10분동안 스레드 마다 push/pop 시도 후 카운트를 올려 총합 비교</vt:lpstr>
      <vt:lpstr>성능 비교 결과</vt:lpstr>
      <vt:lpstr>결과 및 분석​ - 단일 스레드 비교</vt:lpstr>
      <vt:lpstr>결과 및 분석  - 스레드 3개 비교</vt:lpstr>
      <vt:lpstr>결과 및 분석​ - 스레드 16개 비교</vt:lpstr>
      <vt:lpstr>결과 및 분석​ - 스레드 3개 비교</vt:lpstr>
      <vt:lpstr>결과 및 분석​ - 스레드 3개 비교</vt:lpstr>
      <vt:lpstr>결과 및 분석 - 스레드 16개 비교</vt:lpstr>
      <vt:lpstr>감사합니다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205</cp:revision>
  <dcterms:created xsi:type="dcterms:W3CDTF">2025-11-01T07:02:52Z</dcterms:created>
  <dcterms:modified xsi:type="dcterms:W3CDTF">2026-01-05T04:12:55Z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